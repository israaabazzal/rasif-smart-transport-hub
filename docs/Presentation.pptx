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6" r:id="rId5"/>
    <p:sldId id="287" r:id="rId6"/>
    <p:sldId id="277" r:id="rId7"/>
    <p:sldId id="259" r:id="rId8"/>
    <p:sldId id="280" r:id="rId9"/>
    <p:sldId id="288" r:id="rId10"/>
    <p:sldId id="278" r:id="rId11"/>
    <p:sldId id="265" r:id="rId12"/>
    <p:sldId id="282" r:id="rId13"/>
    <p:sldId id="264" r:id="rId14"/>
    <p:sldId id="291" r:id="rId15"/>
    <p:sldId id="290" r:id="rId16"/>
    <p:sldId id="261" r:id="rId17"/>
    <p:sldId id="284" r:id="rId18"/>
    <p:sldId id="292" r:id="rId19"/>
    <p:sldId id="283" r:id="rId20"/>
    <p:sldId id="263" r:id="rId21"/>
    <p:sldId id="285" r:id="rId22"/>
    <p:sldId id="286" r:id="rId23"/>
    <p:sldId id="293" r:id="rId24"/>
    <p:sldId id="275" r:id="rId25"/>
  </p:sldIdLst>
  <p:sldSz cx="18288000" cy="10287000"/>
  <p:notesSz cx="6858000" cy="9144000"/>
  <p:embeddedFontLst>
    <p:embeddedFont>
      <p:font typeface="Archivo Black" panose="020B0604020202020204" charset="0"/>
      <p:regular r:id="rId27"/>
    </p:embeddedFont>
    <p:embeddedFont>
      <p:font typeface="Canva Sans Bold" panose="020B0604020202020204" charset="0"/>
      <p:regular r:id="rId28"/>
    </p:embeddedFont>
    <p:embeddedFont>
      <p:font typeface="DejaVu Serif" panose="02060603050605020204" pitchFamily="18" charset="0"/>
      <p:regular r:id="rId29"/>
    </p:embeddedFont>
    <p:embeddedFont>
      <p:font typeface="Franklin Gothic Medium" panose="020B0603020102020204" pitchFamily="34" charset="0"/>
      <p:regular r:id="rId30"/>
      <p:italic r:id="rId31"/>
    </p:embeddedFont>
    <p:embeddedFont>
      <p:font typeface="League Spartan" panose="020B0604020202020204" charset="0"/>
      <p:regular r:id="rId32"/>
    </p:embeddedFont>
    <p:embeddedFont>
      <p:font typeface="Mongolian Baiti" panose="03000500000000000000" pitchFamily="66" charset="0"/>
      <p:regular r:id="rId33"/>
    </p:embeddedFont>
    <p:embeddedFont>
      <p:font typeface="PMingLiU-ExtB" panose="02020500000000000000" pitchFamily="18" charset="-120"/>
      <p:regular r:id="rId34"/>
    </p:embeddedFont>
    <p:embeddedFont>
      <p:font typeface="Poppins" panose="00000500000000000000" pitchFamily="2" charset="0"/>
      <p:regular r:id="rId35"/>
      <p:bold r:id="rId36"/>
      <p:italic r:id="rId37"/>
      <p:boldItalic r:id="rId38"/>
    </p:embeddedFont>
    <p:embeddedFont>
      <p:font typeface="Poppins Bold" panose="00000800000000000000" charset="0"/>
      <p:regular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  <p:embeddedFont>
      <p:font typeface="Roca Two" panose="020B0604020202020204" charset="0"/>
      <p:regular r:id="rId44"/>
    </p:embeddedFont>
    <p:embeddedFont>
      <p:font typeface="Roca Two Bold" panose="020B0604020202020204" charset="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53F"/>
    <a:srgbClr val="F8F8F8"/>
    <a:srgbClr val="6FD0F4"/>
    <a:srgbClr val="E6F5FF"/>
    <a:srgbClr val="4F81BD"/>
    <a:srgbClr val="004AAD"/>
    <a:srgbClr val="000000"/>
    <a:srgbClr val="C7CFD1"/>
    <a:srgbClr val="D6DEE0"/>
    <a:srgbClr val="2049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737" autoAdjust="0"/>
  </p:normalViewPr>
  <p:slideViewPr>
    <p:cSldViewPr>
      <p:cViewPr varScale="1">
        <p:scale>
          <a:sx n="62" d="100"/>
          <a:sy n="62" d="100"/>
        </p:scale>
        <p:origin x="274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Somaka" userId="816bbaf7e595b701" providerId="LiveId" clId="{81E72FBF-B709-4B45-9245-B3E841F3D826}"/>
    <pc:docChg chg="undo redo custSel addSld delSld modSld sldOrd modMainMaster">
      <pc:chgData name="Fatima Somaka" userId="816bbaf7e595b701" providerId="LiveId" clId="{81E72FBF-B709-4B45-9245-B3E841F3D826}" dt="2025-12-07T22:31:53.500" v="2902"/>
      <pc:docMkLst>
        <pc:docMk/>
      </pc:docMkLst>
      <pc:sldChg chg="modSp mod modTransition">
        <pc:chgData name="Fatima Somaka" userId="816bbaf7e595b701" providerId="LiveId" clId="{81E72FBF-B709-4B45-9245-B3E841F3D826}" dt="2025-12-07T21:59:44.709" v="2832" actId="12788"/>
        <pc:sldMkLst>
          <pc:docMk/>
          <pc:sldMk cId="0" sldId="256"/>
        </pc:sldMkLst>
        <pc:spChg chg="mod">
          <ac:chgData name="Fatima Somaka" userId="816bbaf7e595b701" providerId="LiveId" clId="{81E72FBF-B709-4B45-9245-B3E841F3D826}" dt="2025-12-07T21:59:44.709" v="2832" actId="12788"/>
          <ac:spMkLst>
            <pc:docMk/>
            <pc:sldMk cId="0" sldId="256"/>
            <ac:spMk id="14" creationId="{00000000-0000-0000-0000-000000000000}"/>
          </ac:spMkLst>
        </pc:spChg>
      </pc:sldChg>
      <pc:sldChg chg="addSp modSp mod modTransition addAnim delAnim modAnim">
        <pc:chgData name="Fatima Somaka" userId="816bbaf7e595b701" providerId="LiveId" clId="{81E72FBF-B709-4B45-9245-B3E841F3D826}" dt="2025-12-06T23:51:20.542" v="1605"/>
        <pc:sldMkLst>
          <pc:docMk/>
          <pc:sldMk cId="0" sldId="257"/>
        </pc:sldMkLst>
        <pc:spChg chg="mod">
          <ac:chgData name="Fatima Somaka" userId="816bbaf7e595b701" providerId="LiveId" clId="{81E72FBF-B709-4B45-9245-B3E841F3D826}" dt="2025-12-06T19:10:36.516" v="8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Fatima Somaka" userId="816bbaf7e595b701" providerId="LiveId" clId="{81E72FBF-B709-4B45-9245-B3E841F3D826}" dt="2025-12-06T19:09:03.633" v="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Fatima Somaka" userId="816bbaf7e595b701" providerId="LiveId" clId="{81E72FBF-B709-4B45-9245-B3E841F3D826}" dt="2025-12-06T19:10:28.871" v="6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Fatima Somaka" userId="816bbaf7e595b701" providerId="LiveId" clId="{81E72FBF-B709-4B45-9245-B3E841F3D826}" dt="2025-12-06T19:10:33.371" v="7" actId="20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Fatima Somaka" userId="816bbaf7e595b701" providerId="LiveId" clId="{81E72FBF-B709-4B45-9245-B3E841F3D826}" dt="2025-12-06T19:10:40.219" v="9" actId="20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Fatima Somaka" userId="816bbaf7e595b701" providerId="LiveId" clId="{81E72FBF-B709-4B45-9245-B3E841F3D826}" dt="2025-12-06T19:10:43.221" v="10" actId="207"/>
          <ac:spMkLst>
            <pc:docMk/>
            <pc:sldMk cId="0" sldId="257"/>
            <ac:spMk id="19" creationId="{00000000-0000-0000-0000-000000000000}"/>
          </ac:spMkLst>
        </pc:spChg>
        <pc:spChg chg="add mod ord">
          <ac:chgData name="Fatima Somaka" userId="816bbaf7e595b701" providerId="LiveId" clId="{81E72FBF-B709-4B45-9245-B3E841F3D826}" dt="2025-12-06T19:10:22.055" v="5" actId="167"/>
          <ac:spMkLst>
            <pc:docMk/>
            <pc:sldMk cId="0" sldId="257"/>
            <ac:spMk id="20" creationId="{74EEBE2E-DCA6-21C2-A058-8D890D4F5F00}"/>
          </ac:spMkLst>
        </pc:spChg>
      </pc:sldChg>
      <pc:sldChg chg="addSp delSp modSp mod modTransition">
        <pc:chgData name="Fatima Somaka" userId="816bbaf7e595b701" providerId="LiveId" clId="{81E72FBF-B709-4B45-9245-B3E841F3D826}" dt="2025-12-07T22:31:53.500" v="2902"/>
        <pc:sldMkLst>
          <pc:docMk/>
          <pc:sldMk cId="0" sldId="258"/>
        </pc:sldMkLst>
        <pc:spChg chg="del mod">
          <ac:chgData name="Fatima Somaka" userId="816bbaf7e595b701" providerId="LiveId" clId="{81E72FBF-B709-4B45-9245-B3E841F3D826}" dt="2025-12-06T19:19:57.100" v="54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Fatima Somaka" userId="816bbaf7e595b701" providerId="LiveId" clId="{81E72FBF-B709-4B45-9245-B3E841F3D826}" dt="2025-12-06T19:20:00.303" v="55" actId="478"/>
          <ac:spMkLst>
            <pc:docMk/>
            <pc:sldMk cId="0" sldId="258"/>
            <ac:spMk id="7" creationId="{00000000-0000-0000-0000-000000000000}"/>
          </ac:spMkLst>
        </pc:spChg>
        <pc:spChg chg="add mod ord">
          <ac:chgData name="Fatima Somaka" userId="816bbaf7e595b701" providerId="LiveId" clId="{81E72FBF-B709-4B45-9245-B3E841F3D826}" dt="2025-12-06T19:48:21.910" v="261" actId="166"/>
          <ac:spMkLst>
            <pc:docMk/>
            <pc:sldMk cId="0" sldId="258"/>
            <ac:spMk id="8" creationId="{94CC766B-A3A4-0B86-6D44-F30BACCE97E1}"/>
          </ac:spMkLst>
        </pc:spChg>
        <pc:spChg chg="add mod">
          <ac:chgData name="Fatima Somaka" userId="816bbaf7e595b701" providerId="LiveId" clId="{81E72FBF-B709-4B45-9245-B3E841F3D826}" dt="2025-12-06T19:46:57.196" v="251" actId="164"/>
          <ac:spMkLst>
            <pc:docMk/>
            <pc:sldMk cId="0" sldId="258"/>
            <ac:spMk id="9" creationId="{050FB22E-4929-FB59-0963-A0A9E742539A}"/>
          </ac:spMkLst>
        </pc:spChg>
        <pc:spChg chg="add mod">
          <ac:chgData name="Fatima Somaka" userId="816bbaf7e595b701" providerId="LiveId" clId="{81E72FBF-B709-4B45-9245-B3E841F3D826}" dt="2025-12-06T19:48:33.637" v="263" actId="12789"/>
          <ac:spMkLst>
            <pc:docMk/>
            <pc:sldMk cId="0" sldId="258"/>
            <ac:spMk id="10" creationId="{2F201DE7-1887-8335-B43F-493B0FD2A544}"/>
          </ac:spMkLst>
        </pc:spChg>
        <pc:spChg chg="add mod">
          <ac:chgData name="Fatima Somaka" userId="816bbaf7e595b701" providerId="LiveId" clId="{81E72FBF-B709-4B45-9245-B3E841F3D826}" dt="2025-12-06T19:48:33.637" v="263" actId="12789"/>
          <ac:spMkLst>
            <pc:docMk/>
            <pc:sldMk cId="0" sldId="258"/>
            <ac:spMk id="11" creationId="{8825D9A9-B2B0-F975-13A4-E7E069EC1E2D}"/>
          </ac:spMkLst>
        </pc:spChg>
        <pc:spChg chg="add mod">
          <ac:chgData name="Fatima Somaka" userId="816bbaf7e595b701" providerId="LiveId" clId="{81E72FBF-B709-4B45-9245-B3E841F3D826}" dt="2025-12-06T19:48:33.637" v="263" actId="12789"/>
          <ac:spMkLst>
            <pc:docMk/>
            <pc:sldMk cId="0" sldId="258"/>
            <ac:spMk id="12" creationId="{B324E24C-F488-B1E1-1315-496909E3045A}"/>
          </ac:spMkLst>
        </pc:spChg>
        <pc:spChg chg="add mod">
          <ac:chgData name="Fatima Somaka" userId="816bbaf7e595b701" providerId="LiveId" clId="{81E72FBF-B709-4B45-9245-B3E841F3D826}" dt="2025-12-06T19:48:33.637" v="263" actId="12789"/>
          <ac:spMkLst>
            <pc:docMk/>
            <pc:sldMk cId="0" sldId="258"/>
            <ac:spMk id="13" creationId="{84D64536-E22D-B512-4543-97EFEC3B679C}"/>
          </ac:spMkLst>
        </pc:spChg>
        <pc:spChg chg="add mod">
          <ac:chgData name="Fatima Somaka" userId="816bbaf7e595b701" providerId="LiveId" clId="{81E72FBF-B709-4B45-9245-B3E841F3D826}" dt="2025-12-06T19:23:41.101" v="84" actId="207"/>
          <ac:spMkLst>
            <pc:docMk/>
            <pc:sldMk cId="0" sldId="258"/>
            <ac:spMk id="14" creationId="{5ACCE065-18A2-C422-8006-1DA5769EE777}"/>
          </ac:spMkLst>
        </pc:spChg>
        <pc:spChg chg="add mod">
          <ac:chgData name="Fatima Somaka" userId="816bbaf7e595b701" providerId="LiveId" clId="{81E72FBF-B709-4B45-9245-B3E841F3D826}" dt="2025-12-06T19:48:33.637" v="263" actId="12789"/>
          <ac:spMkLst>
            <pc:docMk/>
            <pc:sldMk cId="0" sldId="258"/>
            <ac:spMk id="15" creationId="{65823892-CD04-549B-B22F-03C23EF7726E}"/>
          </ac:spMkLst>
        </pc:spChg>
        <pc:spChg chg="add mod">
          <ac:chgData name="Fatima Somaka" userId="816bbaf7e595b701" providerId="LiveId" clId="{81E72FBF-B709-4B45-9245-B3E841F3D826}" dt="2025-12-06T19:39:00.231" v="172" actId="164"/>
          <ac:spMkLst>
            <pc:docMk/>
            <pc:sldMk cId="0" sldId="258"/>
            <ac:spMk id="16" creationId="{2A571E49-36A0-7424-532B-D8B91ACE0D8D}"/>
          </ac:spMkLst>
        </pc:spChg>
        <pc:spChg chg="add mod">
          <ac:chgData name="Fatima Somaka" userId="816bbaf7e595b701" providerId="LiveId" clId="{81E72FBF-B709-4B45-9245-B3E841F3D826}" dt="2025-12-06T19:40:13.394" v="173" actId="164"/>
          <ac:spMkLst>
            <pc:docMk/>
            <pc:sldMk cId="0" sldId="258"/>
            <ac:spMk id="17" creationId="{6634A45E-777C-7BC0-2C5F-D2F2EFA9DE6C}"/>
          </ac:spMkLst>
        </pc:spChg>
        <pc:spChg chg="add mod topLvl">
          <ac:chgData name="Fatima Somaka" userId="816bbaf7e595b701" providerId="LiveId" clId="{81E72FBF-B709-4B45-9245-B3E841F3D826}" dt="2025-12-06T19:42:36.209" v="199" actId="164"/>
          <ac:spMkLst>
            <pc:docMk/>
            <pc:sldMk cId="0" sldId="258"/>
            <ac:spMk id="18" creationId="{0DEBD455-F5CB-0F54-E7F1-3AB62BEFFF9F}"/>
          </ac:spMkLst>
        </pc:spChg>
        <pc:spChg chg="add mod">
          <ac:chgData name="Fatima Somaka" userId="816bbaf7e595b701" providerId="LiveId" clId="{81E72FBF-B709-4B45-9245-B3E841F3D826}" dt="2025-12-06T19:48:33.637" v="263" actId="12789"/>
          <ac:spMkLst>
            <pc:docMk/>
            <pc:sldMk cId="0" sldId="258"/>
            <ac:spMk id="19" creationId="{F86B67A8-1D19-2881-92AD-C9EFD703585D}"/>
          </ac:spMkLst>
        </pc:spChg>
        <pc:spChg chg="add mod">
          <ac:chgData name="Fatima Somaka" userId="816bbaf7e595b701" providerId="LiveId" clId="{81E72FBF-B709-4B45-9245-B3E841F3D826}" dt="2025-12-06T19:48:33.637" v="263" actId="12789"/>
          <ac:spMkLst>
            <pc:docMk/>
            <pc:sldMk cId="0" sldId="258"/>
            <ac:spMk id="20" creationId="{6103DD50-C8C5-AA4A-33CB-7B88283088FC}"/>
          </ac:spMkLst>
        </pc:spChg>
        <pc:spChg chg="add mod">
          <ac:chgData name="Fatima Somaka" userId="816bbaf7e595b701" providerId="LiveId" clId="{81E72FBF-B709-4B45-9245-B3E841F3D826}" dt="2025-12-06T19:48:33.637" v="263" actId="12789"/>
          <ac:spMkLst>
            <pc:docMk/>
            <pc:sldMk cId="0" sldId="258"/>
            <ac:spMk id="21" creationId="{26FE0B01-800C-7861-55E2-51349010DEC9}"/>
          </ac:spMkLst>
        </pc:spChg>
        <pc:spChg chg="add mod">
          <ac:chgData name="Fatima Somaka" userId="816bbaf7e595b701" providerId="LiveId" clId="{81E72FBF-B709-4B45-9245-B3E841F3D826}" dt="2025-12-06T19:33:55.689" v="139" actId="164"/>
          <ac:spMkLst>
            <pc:docMk/>
            <pc:sldMk cId="0" sldId="258"/>
            <ac:spMk id="22" creationId="{3D14C54C-BB40-DA31-2A4D-70CD89A9FACF}"/>
          </ac:spMkLst>
        </pc:spChg>
        <pc:spChg chg="add mod">
          <ac:chgData name="Fatima Somaka" userId="816bbaf7e595b701" providerId="LiveId" clId="{81E72FBF-B709-4B45-9245-B3E841F3D826}" dt="2025-12-06T19:48:33.637" v="263" actId="12789"/>
          <ac:spMkLst>
            <pc:docMk/>
            <pc:sldMk cId="0" sldId="258"/>
            <ac:spMk id="28" creationId="{8A98417C-DA7D-E2EB-B879-9B405F31FC20}"/>
          </ac:spMkLst>
        </pc:spChg>
        <pc:spChg chg="add mod">
          <ac:chgData name="Fatima Somaka" userId="816bbaf7e595b701" providerId="LiveId" clId="{81E72FBF-B709-4B45-9245-B3E841F3D826}" dt="2025-12-06T19:48:33.637" v="263" actId="12789"/>
          <ac:spMkLst>
            <pc:docMk/>
            <pc:sldMk cId="0" sldId="258"/>
            <ac:spMk id="29" creationId="{4BE44D1E-128E-B5D3-E3A0-DF41144B7103}"/>
          </ac:spMkLst>
        </pc:spChg>
        <pc:spChg chg="add del mod">
          <ac:chgData name="Fatima Somaka" userId="816bbaf7e595b701" providerId="LiveId" clId="{81E72FBF-B709-4B45-9245-B3E841F3D826}" dt="2025-12-06T19:34:47.250" v="156" actId="478"/>
          <ac:spMkLst>
            <pc:docMk/>
            <pc:sldMk cId="0" sldId="258"/>
            <ac:spMk id="30" creationId="{63A8EBD4-B393-81CB-1223-F2A399780F6F}"/>
          </ac:spMkLst>
        </pc:spChg>
        <pc:grpChg chg="del">
          <ac:chgData name="Fatima Somaka" userId="816bbaf7e595b701" providerId="LiveId" clId="{81E72FBF-B709-4B45-9245-B3E841F3D826}" dt="2025-12-06T19:17:20.352" v="13" actId="478"/>
          <ac:grpSpMkLst>
            <pc:docMk/>
            <pc:sldMk cId="0" sldId="258"/>
            <ac:grpSpMk id="3" creationId="{00000000-0000-0000-0000-000000000000}"/>
          </ac:grpSpMkLst>
        </pc:grpChg>
        <pc:grpChg chg="del">
          <ac:chgData name="Fatima Somaka" userId="816bbaf7e595b701" providerId="LiveId" clId="{81E72FBF-B709-4B45-9245-B3E841F3D826}" dt="2025-12-06T19:17:12.762" v="12" actId="478"/>
          <ac:grpSpMkLst>
            <pc:docMk/>
            <pc:sldMk cId="0" sldId="258"/>
            <ac:grpSpMk id="5" creationId="{00000000-0000-0000-0000-000000000000}"/>
          </ac:grpSpMkLst>
        </pc:grpChg>
        <pc:grpChg chg="add mod">
          <ac:chgData name="Fatima Somaka" userId="816bbaf7e595b701" providerId="LiveId" clId="{81E72FBF-B709-4B45-9245-B3E841F3D826}" dt="2025-12-06T19:33:55.689" v="139" actId="164"/>
          <ac:grpSpMkLst>
            <pc:docMk/>
            <pc:sldMk cId="0" sldId="258"/>
            <ac:grpSpMk id="27" creationId="{E18A2CDE-36F1-5A13-481C-BF8B323CF4C2}"/>
          </ac:grpSpMkLst>
        </pc:grpChg>
        <pc:grpChg chg="add mod">
          <ac:chgData name="Fatima Somaka" userId="816bbaf7e595b701" providerId="LiveId" clId="{81E72FBF-B709-4B45-9245-B3E841F3D826}" dt="2025-12-06T19:39:00.231" v="172" actId="164"/>
          <ac:grpSpMkLst>
            <pc:docMk/>
            <pc:sldMk cId="0" sldId="258"/>
            <ac:grpSpMk id="33" creationId="{09B66458-425C-1701-CBE5-0DAB19C03283}"/>
          </ac:grpSpMkLst>
        </pc:grpChg>
        <pc:grpChg chg="add mod">
          <ac:chgData name="Fatima Somaka" userId="816bbaf7e595b701" providerId="LiveId" clId="{81E72FBF-B709-4B45-9245-B3E841F3D826}" dt="2025-12-06T19:40:13.394" v="173" actId="164"/>
          <ac:grpSpMkLst>
            <pc:docMk/>
            <pc:sldMk cId="0" sldId="258"/>
            <ac:grpSpMk id="34" creationId="{D9406AC1-E60D-A664-04BC-47068B32216C}"/>
          </ac:grpSpMkLst>
        </pc:grpChg>
        <pc:grpChg chg="add del mod">
          <ac:chgData name="Fatima Somaka" userId="816bbaf7e595b701" providerId="LiveId" clId="{81E72FBF-B709-4B45-9245-B3E841F3D826}" dt="2025-12-06T19:42:10.157" v="191" actId="165"/>
          <ac:grpSpMkLst>
            <pc:docMk/>
            <pc:sldMk cId="0" sldId="258"/>
            <ac:grpSpMk id="37" creationId="{F92E2725-5451-CD34-44D5-F20255B2DD71}"/>
          </ac:grpSpMkLst>
        </pc:grpChg>
        <pc:grpChg chg="add mod">
          <ac:chgData name="Fatima Somaka" userId="816bbaf7e595b701" providerId="LiveId" clId="{81E72FBF-B709-4B45-9245-B3E841F3D826}" dt="2025-12-06T19:42:36.209" v="199" actId="164"/>
          <ac:grpSpMkLst>
            <pc:docMk/>
            <pc:sldMk cId="0" sldId="258"/>
            <ac:grpSpMk id="38" creationId="{53719630-1A94-86A6-17E6-5876868C2412}"/>
          </ac:grpSpMkLst>
        </pc:grpChg>
        <pc:grpChg chg="add mod ord">
          <ac:chgData name="Fatima Somaka" userId="816bbaf7e595b701" providerId="LiveId" clId="{81E72FBF-B709-4B45-9245-B3E841F3D826}" dt="2025-12-06T19:47:02.433" v="252" actId="167"/>
          <ac:grpSpMkLst>
            <pc:docMk/>
            <pc:sldMk cId="0" sldId="258"/>
            <ac:grpSpMk id="41" creationId="{CBDFE80B-2566-8BC7-6E49-0233D2747064}"/>
          </ac:grpSpMkLst>
        </pc:grpChg>
        <pc:picChg chg="add mod modCrop">
          <ac:chgData name="Fatima Somaka" userId="816bbaf7e595b701" providerId="LiveId" clId="{81E72FBF-B709-4B45-9245-B3E841F3D826}" dt="2025-12-06T19:33:55.689" v="139" actId="164"/>
          <ac:picMkLst>
            <pc:docMk/>
            <pc:sldMk cId="0" sldId="258"/>
            <ac:picMk id="23" creationId="{402C0662-F120-72D6-9E70-DFDFBFF0A40D}"/>
          </ac:picMkLst>
        </pc:picChg>
        <pc:picChg chg="add mod">
          <ac:chgData name="Fatima Somaka" userId="816bbaf7e595b701" providerId="LiveId" clId="{81E72FBF-B709-4B45-9245-B3E841F3D826}" dt="2025-12-06T19:40:13.394" v="173" actId="164"/>
          <ac:picMkLst>
            <pc:docMk/>
            <pc:sldMk cId="0" sldId="258"/>
            <ac:picMk id="24" creationId="{CB53BEA6-661B-A0F8-9613-FEBF44ECD812}"/>
          </ac:picMkLst>
        </pc:picChg>
        <pc:picChg chg="add mod">
          <ac:chgData name="Fatima Somaka" userId="816bbaf7e595b701" providerId="LiveId" clId="{81E72FBF-B709-4B45-9245-B3E841F3D826}" dt="2025-12-06T19:33:21.663" v="132" actId="1076"/>
          <ac:picMkLst>
            <pc:docMk/>
            <pc:sldMk cId="0" sldId="258"/>
            <ac:picMk id="26" creationId="{5CB5CF36-B9A0-A8FB-7997-85EF5393D7B7}"/>
          </ac:picMkLst>
        </pc:picChg>
        <pc:picChg chg="add mod">
          <ac:chgData name="Fatima Somaka" userId="816bbaf7e595b701" providerId="LiveId" clId="{81E72FBF-B709-4B45-9245-B3E841F3D826}" dt="2025-12-06T19:39:00.231" v="172" actId="164"/>
          <ac:picMkLst>
            <pc:docMk/>
            <pc:sldMk cId="0" sldId="258"/>
            <ac:picMk id="32" creationId="{8E0A4A23-ED6F-A837-D764-B2E9C49D1199}"/>
          </ac:picMkLst>
        </pc:picChg>
        <pc:picChg chg="add mod topLvl modCrop">
          <ac:chgData name="Fatima Somaka" userId="816bbaf7e595b701" providerId="LiveId" clId="{81E72FBF-B709-4B45-9245-B3E841F3D826}" dt="2025-12-06T19:42:36.209" v="199" actId="164"/>
          <ac:picMkLst>
            <pc:docMk/>
            <pc:sldMk cId="0" sldId="258"/>
            <ac:picMk id="36" creationId="{BEC02151-B9C9-4740-87D7-28E811FF1AC4}"/>
          </ac:picMkLst>
        </pc:picChg>
        <pc:picChg chg="add mod">
          <ac:chgData name="Fatima Somaka" userId="816bbaf7e595b701" providerId="LiveId" clId="{81E72FBF-B709-4B45-9245-B3E841F3D826}" dt="2025-12-06T19:46:57.196" v="251" actId="164"/>
          <ac:picMkLst>
            <pc:docMk/>
            <pc:sldMk cId="0" sldId="258"/>
            <ac:picMk id="40" creationId="{2B21156E-147D-724F-B48E-D0473BA21C3F}"/>
          </ac:picMkLst>
        </pc:picChg>
        <pc:picChg chg="add mod ord">
          <ac:chgData name="Fatima Somaka" userId="816bbaf7e595b701" providerId="LiveId" clId="{81E72FBF-B709-4B45-9245-B3E841F3D826}" dt="2025-12-06T19:49:43.989" v="269" actId="34135"/>
          <ac:picMkLst>
            <pc:docMk/>
            <pc:sldMk cId="0" sldId="258"/>
            <ac:picMk id="42" creationId="{1F721727-CF6F-3FB6-65E4-95F040C6FD4C}"/>
          </ac:picMkLst>
        </pc:picChg>
      </pc:sldChg>
      <pc:sldChg chg="addSp delSp modSp mod modTransition">
        <pc:chgData name="Fatima Somaka" userId="816bbaf7e595b701" providerId="LiveId" clId="{81E72FBF-B709-4B45-9245-B3E841F3D826}" dt="2025-12-06T22:32:37.306" v="987"/>
        <pc:sldMkLst>
          <pc:docMk/>
          <pc:sldMk cId="0" sldId="259"/>
        </pc:sldMkLst>
        <pc:spChg chg="mod">
          <ac:chgData name="Fatima Somaka" userId="816bbaf7e595b701" providerId="LiveId" clId="{81E72FBF-B709-4B45-9245-B3E841F3D826}" dt="2025-12-06T20:17:43.702" v="323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0:18:27.089" v="339" actId="404"/>
          <ac:spMkLst>
            <pc:docMk/>
            <pc:sldMk cId="0" sldId="259"/>
            <ac:spMk id="9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0:18:12.063" v="335" actId="11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0:18:38.904" v="343" actId="11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0:17:00.556" v="311" actId="20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0:17:04.460" v="312" actId="20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0:17:07.119" v="313" actId="207"/>
          <ac:spMkLst>
            <pc:docMk/>
            <pc:sldMk cId="0" sldId="259"/>
            <ac:spMk id="23" creationId="{00000000-0000-0000-0000-000000000000}"/>
          </ac:spMkLst>
        </pc:spChg>
        <pc:grpChg chg="add del">
          <ac:chgData name="Fatima Somaka" userId="816bbaf7e595b701" providerId="LiveId" clId="{81E72FBF-B709-4B45-9245-B3E841F3D826}" dt="2025-12-06T20:09:53.605" v="287" actId="478"/>
          <ac:grpSpMkLst>
            <pc:docMk/>
            <pc:sldMk cId="0" sldId="259"/>
            <ac:grpSpMk id="3" creationId="{00000000-0000-0000-0000-000000000000}"/>
          </ac:grpSpMkLst>
        </pc:grpChg>
      </pc:sldChg>
      <pc:sldChg chg="addSp delSp modSp mod modTransition">
        <pc:chgData name="Fatima Somaka" userId="816bbaf7e595b701" providerId="LiveId" clId="{81E72FBF-B709-4B45-9245-B3E841F3D826}" dt="2025-12-06T23:30:26.803" v="1377" actId="1582"/>
        <pc:sldMkLst>
          <pc:docMk/>
          <pc:sldMk cId="0" sldId="260"/>
        </pc:sldMkLst>
        <pc:spChg chg="add del mod">
          <ac:chgData name="Fatima Somaka" userId="816bbaf7e595b701" providerId="LiveId" clId="{81E72FBF-B709-4B45-9245-B3E841F3D826}" dt="2025-12-06T22:27:44.139" v="925" actId="478"/>
          <ac:spMkLst>
            <pc:docMk/>
            <pc:sldMk cId="0" sldId="260"/>
            <ac:spMk id="3" creationId="{5F113635-2178-2125-6263-CD3B83E09AF4}"/>
          </ac:spMkLst>
        </pc:spChg>
        <pc:picChg chg="add mod">
          <ac:chgData name="Fatima Somaka" userId="816bbaf7e595b701" providerId="LiveId" clId="{81E72FBF-B709-4B45-9245-B3E841F3D826}" dt="2025-12-06T19:57:34.660" v="284" actId="34135"/>
          <ac:picMkLst>
            <pc:docMk/>
            <pc:sldMk cId="0" sldId="260"/>
            <ac:picMk id="2" creationId="{9AD0F78F-C636-E482-845D-91CBACEB0D27}"/>
          </ac:picMkLst>
        </pc:picChg>
        <pc:picChg chg="add del mod ord">
          <ac:chgData name="Fatima Somaka" userId="816bbaf7e595b701" providerId="LiveId" clId="{81E72FBF-B709-4B45-9245-B3E841F3D826}" dt="2025-12-06T22:23:36.513" v="891" actId="478"/>
          <ac:picMkLst>
            <pc:docMk/>
            <pc:sldMk cId="0" sldId="260"/>
            <ac:picMk id="4" creationId="{4CDCDB34-E981-CDBD-9F26-204C74102474}"/>
          </ac:picMkLst>
        </pc:picChg>
        <pc:picChg chg="add del mod modCrop">
          <ac:chgData name="Fatima Somaka" userId="816bbaf7e595b701" providerId="LiveId" clId="{81E72FBF-B709-4B45-9245-B3E841F3D826}" dt="2025-12-06T22:24:53.888" v="899" actId="478"/>
          <ac:picMkLst>
            <pc:docMk/>
            <pc:sldMk cId="0" sldId="260"/>
            <ac:picMk id="6" creationId="{625E85BD-8C2C-DFC3-219C-724250AE08A2}"/>
          </ac:picMkLst>
        </pc:picChg>
        <pc:picChg chg="add del mod">
          <ac:chgData name="Fatima Somaka" userId="816bbaf7e595b701" providerId="LiveId" clId="{81E72FBF-B709-4B45-9245-B3E841F3D826}" dt="2025-12-06T22:25:47.095" v="904" actId="478"/>
          <ac:picMkLst>
            <pc:docMk/>
            <pc:sldMk cId="0" sldId="260"/>
            <ac:picMk id="8" creationId="{2AD51B47-495D-9C23-CF14-48F9CC29E512}"/>
          </ac:picMkLst>
        </pc:picChg>
        <pc:picChg chg="add del mod">
          <ac:chgData name="Fatima Somaka" userId="816bbaf7e595b701" providerId="LiveId" clId="{81E72FBF-B709-4B45-9245-B3E841F3D826}" dt="2025-12-06T22:26:25.891" v="910" actId="21"/>
          <ac:picMkLst>
            <pc:docMk/>
            <pc:sldMk cId="0" sldId="260"/>
            <ac:picMk id="10" creationId="{C6E324C8-0B05-C627-DB53-2406221DE839}"/>
          </ac:picMkLst>
        </pc:picChg>
        <pc:picChg chg="add del mod modCrop">
          <ac:chgData name="Fatima Somaka" userId="816bbaf7e595b701" providerId="LiveId" clId="{81E72FBF-B709-4B45-9245-B3E841F3D826}" dt="2025-12-06T22:26:49.062" v="914" actId="478"/>
          <ac:picMkLst>
            <pc:docMk/>
            <pc:sldMk cId="0" sldId="260"/>
            <ac:picMk id="11" creationId="{5B9CB8D6-0FD1-5151-8943-41952848A8CB}"/>
          </ac:picMkLst>
        </pc:picChg>
        <pc:picChg chg="add del mod">
          <ac:chgData name="Fatima Somaka" userId="816bbaf7e595b701" providerId="LiveId" clId="{81E72FBF-B709-4B45-9245-B3E841F3D826}" dt="2025-12-06T22:27:14.074" v="919" actId="478"/>
          <ac:picMkLst>
            <pc:docMk/>
            <pc:sldMk cId="0" sldId="260"/>
            <ac:picMk id="13" creationId="{28B767A3-3335-B565-CD4D-FA580407A9E5}"/>
          </ac:picMkLst>
        </pc:picChg>
        <pc:picChg chg="add del mod">
          <ac:chgData name="Fatima Somaka" userId="816bbaf7e595b701" providerId="LiveId" clId="{81E72FBF-B709-4B45-9245-B3E841F3D826}" dt="2025-12-06T22:27:41.460" v="924" actId="478"/>
          <ac:picMkLst>
            <pc:docMk/>
            <pc:sldMk cId="0" sldId="260"/>
            <ac:picMk id="15" creationId="{76140BF5-CCEC-98EB-1809-E43307C5AC9D}"/>
          </ac:picMkLst>
        </pc:picChg>
        <pc:picChg chg="add del mod">
          <ac:chgData name="Fatima Somaka" userId="816bbaf7e595b701" providerId="LiveId" clId="{81E72FBF-B709-4B45-9245-B3E841F3D826}" dt="2025-12-06T23:22:47.071" v="1307" actId="21"/>
          <ac:picMkLst>
            <pc:docMk/>
            <pc:sldMk cId="0" sldId="260"/>
            <ac:picMk id="17" creationId="{84C29B8F-67C8-762E-F342-B87161E7CC7C}"/>
          </ac:picMkLst>
        </pc:picChg>
        <pc:picChg chg="add mod modCrop">
          <ac:chgData name="Fatima Somaka" userId="816bbaf7e595b701" providerId="LiveId" clId="{81E72FBF-B709-4B45-9245-B3E841F3D826}" dt="2025-12-06T23:30:20.435" v="1375" actId="1582"/>
          <ac:picMkLst>
            <pc:docMk/>
            <pc:sldMk cId="0" sldId="260"/>
            <ac:picMk id="18" creationId="{84C29B8F-67C8-762E-F342-B87161E7CC7C}"/>
          </ac:picMkLst>
        </pc:picChg>
        <pc:picChg chg="add mod modCrop">
          <ac:chgData name="Fatima Somaka" userId="816bbaf7e595b701" providerId="LiveId" clId="{81E72FBF-B709-4B45-9245-B3E841F3D826}" dt="2025-12-06T23:30:26.803" v="1377" actId="1582"/>
          <ac:picMkLst>
            <pc:docMk/>
            <pc:sldMk cId="0" sldId="260"/>
            <ac:picMk id="20" creationId="{5EE4A6C0-79AA-33BF-1E7D-D4FF4343867B}"/>
          </ac:picMkLst>
        </pc:picChg>
      </pc:sldChg>
      <pc:sldChg chg="addSp delSp modSp mod modTransition">
        <pc:chgData name="Fatima Somaka" userId="816bbaf7e595b701" providerId="LiveId" clId="{81E72FBF-B709-4B45-9245-B3E841F3D826}" dt="2025-12-07T21:52:43.622" v="2819" actId="14100"/>
        <pc:sldMkLst>
          <pc:docMk/>
          <pc:sldMk cId="0" sldId="261"/>
        </pc:sldMkLst>
        <pc:spChg chg="mod">
          <ac:chgData name="Fatima Somaka" userId="816bbaf7e595b701" providerId="LiveId" clId="{81E72FBF-B709-4B45-9245-B3E841F3D826}" dt="2025-12-06T23:22:09.189" v="1302" actId="34135"/>
          <ac:spMkLst>
            <pc:docMk/>
            <pc:sldMk cId="0" sldId="261"/>
            <ac:spMk id="2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21:49.511" v="1297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Fatima Somaka" userId="816bbaf7e595b701" providerId="LiveId" clId="{81E72FBF-B709-4B45-9245-B3E841F3D826}" dt="2025-12-07T21:52:43.622" v="2819" actId="14100"/>
          <ac:spMkLst>
            <pc:docMk/>
            <pc:sldMk cId="0" sldId="261"/>
            <ac:spMk id="4" creationId="{6647A7BB-4397-DF17-AFD7-2A0DB1F2DFE7}"/>
          </ac:spMkLst>
        </pc:spChg>
        <pc:spChg chg="mod">
          <ac:chgData name="Fatima Somaka" userId="816bbaf7e595b701" providerId="LiveId" clId="{81E72FBF-B709-4B45-9245-B3E841F3D826}" dt="2025-12-07T21:52:09.789" v="2812" actId="2711"/>
          <ac:spMkLst>
            <pc:docMk/>
            <pc:sldMk cId="0" sldId="261"/>
            <ac:spMk id="8" creationId="{88F73F57-24F0-B47F-93A1-E9CF8130F170}"/>
          </ac:spMkLst>
        </pc:spChg>
        <pc:spChg chg="mod">
          <ac:chgData name="Fatima Somaka" userId="816bbaf7e595b701" providerId="LiveId" clId="{81E72FBF-B709-4B45-9245-B3E841F3D826}" dt="2025-12-07T21:52:20.422" v="2814" actId="2711"/>
          <ac:spMkLst>
            <pc:docMk/>
            <pc:sldMk cId="0" sldId="261"/>
            <ac:spMk id="10" creationId="{831E1256-E167-40DF-80C5-135430131258}"/>
          </ac:spMkLst>
        </pc:spChg>
        <pc:spChg chg="mod">
          <ac:chgData name="Fatima Somaka" userId="816bbaf7e595b701" providerId="LiveId" clId="{81E72FBF-B709-4B45-9245-B3E841F3D826}" dt="2025-12-07T21:52:15.038" v="2813" actId="2711"/>
          <ac:spMkLst>
            <pc:docMk/>
            <pc:sldMk cId="0" sldId="261"/>
            <ac:spMk id="29" creationId="{8169862A-8E08-7651-2EA4-ED033493EDB9}"/>
          </ac:spMkLst>
        </pc:spChg>
        <pc:spChg chg="mod">
          <ac:chgData name="Fatima Somaka" userId="816bbaf7e595b701" providerId="LiveId" clId="{81E72FBF-B709-4B45-9245-B3E841F3D826}" dt="2025-12-07T21:52:31.848" v="2817" actId="2711"/>
          <ac:spMkLst>
            <pc:docMk/>
            <pc:sldMk cId="0" sldId="261"/>
            <ac:spMk id="31" creationId="{5359E2AA-D948-1162-EF7E-C10135356680}"/>
          </ac:spMkLst>
        </pc:spChg>
        <pc:picChg chg="add mod modCrop">
          <ac:chgData name="Fatima Somaka" userId="816bbaf7e595b701" providerId="LiveId" clId="{81E72FBF-B709-4B45-9245-B3E841F3D826}" dt="2025-12-06T23:29:46.952" v="1370" actId="1076"/>
          <ac:picMkLst>
            <pc:docMk/>
            <pc:sldMk cId="0" sldId="261"/>
            <ac:picMk id="5" creationId="{34BAAE9B-DE07-E9B3-9775-91BBEA8443F3}"/>
          </ac:picMkLst>
        </pc:picChg>
        <pc:picChg chg="add mod modCrop">
          <ac:chgData name="Fatima Somaka" userId="816bbaf7e595b701" providerId="LiveId" clId="{81E72FBF-B709-4B45-9245-B3E841F3D826}" dt="2025-12-06T23:29:51.780" v="1371" actId="14100"/>
          <ac:picMkLst>
            <pc:docMk/>
            <pc:sldMk cId="0" sldId="261"/>
            <ac:picMk id="7" creationId="{749775DB-6665-7C8C-2AF7-B0724F9449CA}"/>
          </ac:picMkLst>
        </pc:picChg>
      </pc:sldChg>
      <pc:sldChg chg="del modTransition">
        <pc:chgData name="Fatima Somaka" userId="816bbaf7e595b701" providerId="LiveId" clId="{81E72FBF-B709-4B45-9245-B3E841F3D826}" dt="2025-12-06T23:41:47.283" v="1452" actId="47"/>
        <pc:sldMkLst>
          <pc:docMk/>
          <pc:sldMk cId="0" sldId="262"/>
        </pc:sldMkLst>
      </pc:sldChg>
      <pc:sldChg chg="modSp">
        <pc:chgData name="Fatima Somaka" userId="816bbaf7e595b701" providerId="LiveId" clId="{81E72FBF-B709-4B45-9245-B3E841F3D826}" dt="2025-12-07T21:33:11.896" v="2663"/>
        <pc:sldMkLst>
          <pc:docMk/>
          <pc:sldMk cId="0" sldId="263"/>
        </pc:sldMkLst>
        <pc:spChg chg="mod">
          <ac:chgData name="Fatima Somaka" userId="816bbaf7e595b701" providerId="LiveId" clId="{81E72FBF-B709-4B45-9245-B3E841F3D826}" dt="2025-12-06T23:43:22.839" v="1464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3:44:59.510" v="1504" actId="20577"/>
          <ac:spMkLst>
            <pc:docMk/>
            <pc:sldMk cId="0" sldId="263"/>
            <ac:spMk id="7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42:54.871" v="1460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43:00.113" v="1461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42:52.229" v="1459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42:48.740" v="1458" actId="478"/>
          <ac:spMkLst>
            <pc:docMk/>
            <pc:sldMk cId="0" sldId="263"/>
            <ac:spMk id="15" creationId="{00000000-0000-0000-0000-000000000000}"/>
          </ac:spMkLst>
        </pc:spChg>
        <pc:spChg chg="add mod">
          <ac:chgData name="Fatima Somaka" userId="816bbaf7e595b701" providerId="LiveId" clId="{81E72FBF-B709-4B45-9245-B3E841F3D826}" dt="2025-12-07T21:41:28.768" v="2748" actId="1076"/>
          <ac:spMkLst>
            <pc:docMk/>
            <pc:sldMk cId="0" sldId="263"/>
            <ac:spMk id="16" creationId="{7AFE6EA2-E4B2-6B5F-9735-C2C39CB6BCA5}"/>
          </ac:spMkLst>
        </pc:spChg>
        <pc:spChg chg="add mod">
          <ac:chgData name="Fatima Somaka" userId="816bbaf7e595b701" providerId="LiveId" clId="{81E72FBF-B709-4B45-9245-B3E841F3D826}" dt="2025-12-07T21:43:30.623" v="2758" actId="1076"/>
          <ac:spMkLst>
            <pc:docMk/>
            <pc:sldMk cId="0" sldId="263"/>
            <ac:spMk id="17" creationId="{4CE57D5F-2447-5F96-B1D4-3C2AF40B3A70}"/>
          </ac:spMkLst>
        </pc:spChg>
        <pc:spChg chg="add mod">
          <ac:chgData name="Fatima Somaka" userId="816bbaf7e595b701" providerId="LiveId" clId="{81E72FBF-B709-4B45-9245-B3E841F3D826}" dt="2025-12-07T21:48:14.004" v="2799" actId="1076"/>
          <ac:spMkLst>
            <pc:docMk/>
            <pc:sldMk cId="0" sldId="263"/>
            <ac:spMk id="18" creationId="{CC43C210-742B-2767-3EE1-FB498A2BFED6}"/>
          </ac:spMkLst>
        </pc:spChg>
        <pc:spChg chg="add del mod">
          <ac:chgData name="Fatima Somaka" userId="816bbaf7e595b701" providerId="LiveId" clId="{81E72FBF-B709-4B45-9245-B3E841F3D826}" dt="2025-12-06T23:43:39.499" v="1475"/>
          <ac:spMkLst>
            <pc:docMk/>
            <pc:sldMk cId="0" sldId="263"/>
            <ac:spMk id="19" creationId="{EAB427A5-2634-2556-0043-B142A26C2FC9}"/>
          </ac:spMkLst>
        </pc:spChg>
        <pc:spChg chg="add mod">
          <ac:chgData name="Fatima Somaka" userId="816bbaf7e595b701" providerId="LiveId" clId="{81E72FBF-B709-4B45-9245-B3E841F3D826}" dt="2025-12-06T23:47:08.940" v="1549" actId="14100"/>
          <ac:spMkLst>
            <pc:docMk/>
            <pc:sldMk cId="0" sldId="263"/>
            <ac:spMk id="20" creationId="{DF5BCA54-83EC-AF69-E35D-7D8F4A1B51E4}"/>
          </ac:spMkLst>
        </pc:spChg>
        <pc:grpChg chg="mod">
          <ac:chgData name="Fatima Somaka" userId="816bbaf7e595b701" providerId="LiveId" clId="{81E72FBF-B709-4B45-9245-B3E841F3D826}" dt="2025-12-06T23:44:57.446" v="1502" actId="14100"/>
          <ac:grpSpMkLst>
            <pc:docMk/>
            <pc:sldMk cId="0" sldId="263"/>
            <ac:grpSpMk id="3" creationId="{00000000-0000-0000-0000-000000000000}"/>
          </ac:grpSpMkLst>
        </pc:grpChg>
        <pc:grpChg chg="mod">
          <ac:chgData name="Fatima Somaka" userId="816bbaf7e595b701" providerId="LiveId" clId="{81E72FBF-B709-4B45-9245-B3E841F3D826}" dt="2025-12-06T23:44:59.350" v="1503" actId="1076"/>
          <ac:grpSpMkLst>
            <pc:docMk/>
            <pc:sldMk cId="0" sldId="263"/>
            <ac:grpSpMk id="6" creationId="{00000000-0000-0000-0000-000000000000}"/>
          </ac:grpSpMkLst>
        </pc:grpChg>
        <pc:grpChg chg="del">
          <ac:chgData name="Fatima Somaka" userId="816bbaf7e595b701" providerId="LiveId" clId="{81E72FBF-B709-4B45-9245-B3E841F3D826}" dt="2025-12-06T23:43:02.310" v="1462" actId="478"/>
          <ac:grpSpMkLst>
            <pc:docMk/>
            <pc:sldMk cId="0" sldId="263"/>
            <ac:grpSpMk id="9" creationId="{00000000-0000-0000-0000-000000000000}"/>
          </ac:grpSpMkLst>
        </pc:grpChg>
        <pc:grpChg chg="del">
          <ac:chgData name="Fatima Somaka" userId="816bbaf7e595b701" providerId="LiveId" clId="{81E72FBF-B709-4B45-9245-B3E841F3D826}" dt="2025-12-06T23:43:04.452" v="1463" actId="478"/>
          <ac:grpSpMkLst>
            <pc:docMk/>
            <pc:sldMk cId="0" sldId="263"/>
            <ac:grpSpMk id="16" creationId="{00000000-0000-0000-0000-000000000000}"/>
          </ac:grpSpMkLst>
        </pc:grpChg>
        <pc:graphicFrameChg chg="modGraphic">
          <ac:chgData name="Fatima Somaka" userId="816bbaf7e595b701" providerId="LiveId" clId="{81E72FBF-B709-4B45-9245-B3E841F3D826}" dt="2025-12-07T21:33:11.896" v="2663"/>
          <ac:graphicFrameMkLst>
            <pc:docMk/>
            <pc:sldMk cId="0" sldId="263"/>
            <ac:graphicFrameMk id="12" creationId="{742F7541-D81E-104C-BF97-9AC736140294}"/>
          </ac:graphicFrameMkLst>
        </pc:graphicFrameChg>
        <pc:graphicFrameChg chg="add mod">
          <ac:chgData name="Fatima Somaka" userId="816bbaf7e595b701" providerId="LiveId" clId="{81E72FBF-B709-4B45-9245-B3E841F3D826}" dt="2025-12-07T21:40:30.117" v="2732" actId="1076"/>
          <ac:graphicFrameMkLst>
            <pc:docMk/>
            <pc:sldMk cId="0" sldId="263"/>
            <ac:graphicFrameMk id="15" creationId="{56872131-76B3-A1EC-FB5B-30C2AB2B28FB}"/>
          </ac:graphicFrameMkLst>
        </pc:graphicFrameChg>
        <pc:picChg chg="add mod modCrop">
          <ac:chgData name="Fatima Somaka" userId="816bbaf7e595b701" providerId="LiveId" clId="{81E72FBF-B709-4B45-9245-B3E841F3D826}" dt="2025-12-07T21:47:59.980" v="2795" actId="1076"/>
          <ac:picMkLst>
            <pc:docMk/>
            <pc:sldMk cId="0" sldId="263"/>
            <ac:picMk id="21" creationId="{9175055F-0945-9EE9-AB18-596BC10E79DD}"/>
          </ac:picMkLst>
        </pc:picChg>
      </pc:sldChg>
      <pc:sldChg chg="addSp delSp modSp mod ord modTransition">
        <pc:chgData name="Fatima Somaka" userId="816bbaf7e595b701" providerId="LiveId" clId="{81E72FBF-B709-4B45-9245-B3E841F3D826}" dt="2025-12-07T22:01:05.029" v="2840" actId="1036"/>
        <pc:sldMkLst>
          <pc:docMk/>
          <pc:sldMk cId="0" sldId="264"/>
        </pc:sldMkLst>
        <pc:spChg chg="mod">
          <ac:chgData name="Fatima Somaka" userId="816bbaf7e595b701" providerId="LiveId" clId="{81E72FBF-B709-4B45-9245-B3E841F3D826}" dt="2025-12-06T23:04:00.969" v="1255" actId="34135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Fatima Somaka" userId="816bbaf7e595b701" providerId="LiveId" clId="{81E72FBF-B709-4B45-9245-B3E841F3D826}" dt="2025-12-06T23:04:08" v="1260"/>
          <ac:spMkLst>
            <pc:docMk/>
            <pc:sldMk cId="0" sldId="264"/>
            <ac:spMk id="6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3:03:42.233" v="1205" actId="12788"/>
          <ac:spMkLst>
            <pc:docMk/>
            <pc:sldMk cId="0" sldId="264"/>
            <ac:spMk id="7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02:07.372" v="1166" actId="478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Fatima Somaka" userId="816bbaf7e595b701" providerId="LiveId" clId="{81E72FBF-B709-4B45-9245-B3E841F3D826}" dt="2025-12-06T23:04:08" v="1258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04:10.939" v="1261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04:14.055" v="1262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04:23.423" v="1265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04:19.734" v="1264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3:04:16.980" v="1263" actId="478"/>
          <ac:spMkLst>
            <pc:docMk/>
            <pc:sldMk cId="0" sldId="264"/>
            <ac:spMk id="14" creationId="{00000000-0000-0000-0000-000000000000}"/>
          </ac:spMkLst>
        </pc:spChg>
        <pc:grpChg chg="del mod">
          <ac:chgData name="Fatima Somaka" userId="816bbaf7e595b701" providerId="LiveId" clId="{81E72FBF-B709-4B45-9245-B3E841F3D826}" dt="2025-12-06T23:04:30.610" v="1266" actId="478"/>
          <ac:grpSpMkLst>
            <pc:docMk/>
            <pc:sldMk cId="0" sldId="264"/>
            <ac:grpSpMk id="3" creationId="{00000000-0000-0000-0000-000000000000}"/>
          </ac:grpSpMkLst>
        </pc:grpChg>
        <pc:picChg chg="add del mod">
          <ac:chgData name="Fatima Somaka" userId="816bbaf7e595b701" providerId="LiveId" clId="{81E72FBF-B709-4B45-9245-B3E841F3D826}" dt="2025-12-06T23:20:43.459" v="1283" actId="478"/>
          <ac:picMkLst>
            <pc:docMk/>
            <pc:sldMk cId="0" sldId="264"/>
            <ac:picMk id="16" creationId="{0625F07C-BA42-003E-C03D-FF5581329C98}"/>
          </ac:picMkLst>
        </pc:picChg>
        <pc:picChg chg="add mod modCrop">
          <ac:chgData name="Fatima Somaka" userId="816bbaf7e595b701" providerId="LiveId" clId="{81E72FBF-B709-4B45-9245-B3E841F3D826}" dt="2025-12-07T22:01:05.029" v="2840" actId="1036"/>
          <ac:picMkLst>
            <pc:docMk/>
            <pc:sldMk cId="0" sldId="264"/>
            <ac:picMk id="17" creationId="{BC3A2ABA-9126-B763-025E-D07F40ECD9EA}"/>
          </ac:picMkLst>
        </pc:picChg>
      </pc:sldChg>
      <pc:sldChg chg="addSp delSp modSp mod ord modTransition">
        <pc:chgData name="Fatima Somaka" userId="816bbaf7e595b701" providerId="LiveId" clId="{81E72FBF-B709-4B45-9245-B3E841F3D826}" dt="2025-12-06T22:37:27.053" v="1022" actId="20577"/>
        <pc:sldMkLst>
          <pc:docMk/>
          <pc:sldMk cId="0" sldId="265"/>
        </pc:sldMkLst>
        <pc:spChg chg="del mod">
          <ac:chgData name="Fatima Somaka" userId="816bbaf7e595b701" providerId="LiveId" clId="{81E72FBF-B709-4B45-9245-B3E841F3D826}" dt="2025-12-06T22:04:36.411" v="701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2:31:17.875" v="971" actId="208"/>
          <ac:spMkLst>
            <pc:docMk/>
            <pc:sldMk cId="0" sldId="265"/>
            <ac:spMk id="4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2:31:17.875" v="971" actId="208"/>
          <ac:spMkLst>
            <pc:docMk/>
            <pc:sldMk cId="0" sldId="265"/>
            <ac:spMk id="5" creationId="{00000000-0000-0000-0000-000000000000}"/>
          </ac:spMkLst>
        </pc:spChg>
        <pc:spChg chg="mod topLvl">
          <ac:chgData name="Fatima Somaka" userId="816bbaf7e595b701" providerId="LiveId" clId="{81E72FBF-B709-4B45-9245-B3E841F3D826}" dt="2025-12-06T22:30:03.641" v="956" actId="207"/>
          <ac:spMkLst>
            <pc:docMk/>
            <pc:sldMk cId="0" sldId="265"/>
            <ac:spMk id="7" creationId="{00000000-0000-0000-0000-000000000000}"/>
          </ac:spMkLst>
        </pc:spChg>
        <pc:spChg chg="del mod topLvl">
          <ac:chgData name="Fatima Somaka" userId="816bbaf7e595b701" providerId="LiveId" clId="{81E72FBF-B709-4B45-9245-B3E841F3D826}" dt="2025-12-06T22:05:29.235" v="727" actId="478"/>
          <ac:spMkLst>
            <pc:docMk/>
            <pc:sldMk cId="0" sldId="265"/>
            <ac:spMk id="8" creationId="{00000000-0000-0000-0000-000000000000}"/>
          </ac:spMkLst>
        </pc:spChg>
        <pc:spChg chg="mod topLvl">
          <ac:chgData name="Fatima Somaka" userId="816bbaf7e595b701" providerId="LiveId" clId="{81E72FBF-B709-4B45-9245-B3E841F3D826}" dt="2025-12-06T22:29:57.474" v="954" actId="207"/>
          <ac:spMkLst>
            <pc:docMk/>
            <pc:sldMk cId="0" sldId="265"/>
            <ac:spMk id="10" creationId="{00000000-0000-0000-0000-000000000000}"/>
          </ac:spMkLst>
        </pc:spChg>
        <pc:spChg chg="del topLvl">
          <ac:chgData name="Fatima Somaka" userId="816bbaf7e595b701" providerId="LiveId" clId="{81E72FBF-B709-4B45-9245-B3E841F3D826}" dt="2025-12-06T22:05:37.457" v="732" actId="478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Fatima Somaka" userId="816bbaf7e595b701" providerId="LiveId" clId="{81E72FBF-B709-4B45-9245-B3E841F3D826}" dt="2025-12-06T22:05:29.235" v="729"/>
          <ac:spMkLst>
            <pc:docMk/>
            <pc:sldMk cId="0" sldId="265"/>
            <ac:spMk id="12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2:35:50.542" v="1008" actId="207"/>
          <ac:spMkLst>
            <pc:docMk/>
            <pc:sldMk cId="0" sldId="265"/>
            <ac:spMk id="13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2:30:16.719" v="958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2:30:14.252" v="957" actId="478"/>
          <ac:spMkLst>
            <pc:docMk/>
            <pc:sldMk cId="0" sldId="265"/>
            <ac:spMk id="15" creationId="{00000000-0000-0000-0000-000000000000}"/>
          </ac:spMkLst>
        </pc:spChg>
        <pc:spChg chg="add mod ord">
          <ac:chgData name="Fatima Somaka" userId="816bbaf7e595b701" providerId="LiveId" clId="{81E72FBF-B709-4B45-9245-B3E841F3D826}" dt="2025-12-06T22:10:37.261" v="797" actId="164"/>
          <ac:spMkLst>
            <pc:docMk/>
            <pc:sldMk cId="0" sldId="265"/>
            <ac:spMk id="19" creationId="{F3C2DECC-775E-DDB3-6300-7509A1A02F09}"/>
          </ac:spMkLst>
        </pc:spChg>
        <pc:spChg chg="add mod">
          <ac:chgData name="Fatima Somaka" userId="816bbaf7e595b701" providerId="LiveId" clId="{81E72FBF-B709-4B45-9245-B3E841F3D826}" dt="2025-12-06T22:37:27.053" v="1022" actId="20577"/>
          <ac:spMkLst>
            <pc:docMk/>
            <pc:sldMk cId="0" sldId="265"/>
            <ac:spMk id="29" creationId="{4B801539-A190-33B9-1E74-73505957D7B0}"/>
          </ac:spMkLst>
        </pc:spChg>
        <pc:grpChg chg="mod">
          <ac:chgData name="Fatima Somaka" userId="816bbaf7e595b701" providerId="LiveId" clId="{81E72FBF-B709-4B45-9245-B3E841F3D826}" dt="2025-12-06T22:31:14.156" v="969" actId="207"/>
          <ac:grpSpMkLst>
            <pc:docMk/>
            <pc:sldMk cId="0" sldId="265"/>
            <ac:grpSpMk id="3" creationId="{00000000-0000-0000-0000-000000000000}"/>
          </ac:grpSpMkLst>
        </pc:grpChg>
        <pc:grpChg chg="del">
          <ac:chgData name="Fatima Somaka" userId="816bbaf7e595b701" providerId="LiveId" clId="{81E72FBF-B709-4B45-9245-B3E841F3D826}" dt="2025-12-06T22:05:29.235" v="727" actId="478"/>
          <ac:grpSpMkLst>
            <pc:docMk/>
            <pc:sldMk cId="0" sldId="265"/>
            <ac:grpSpMk id="6" creationId="{00000000-0000-0000-0000-000000000000}"/>
          </ac:grpSpMkLst>
        </pc:grpChg>
        <pc:grpChg chg="add del">
          <ac:chgData name="Fatima Somaka" userId="816bbaf7e595b701" providerId="LiveId" clId="{81E72FBF-B709-4B45-9245-B3E841F3D826}" dt="2025-12-06T22:05:37.457" v="732" actId="478"/>
          <ac:grpSpMkLst>
            <pc:docMk/>
            <pc:sldMk cId="0" sldId="265"/>
            <ac:grpSpMk id="9" creationId="{00000000-0000-0000-0000-000000000000}"/>
          </ac:grpSpMkLst>
        </pc:grpChg>
        <pc:grpChg chg="add del mod">
          <ac:chgData name="Fatima Somaka" userId="816bbaf7e595b701" providerId="LiveId" clId="{81E72FBF-B709-4B45-9245-B3E841F3D826}" dt="2025-12-06T22:11:15.552" v="802" actId="478"/>
          <ac:grpSpMkLst>
            <pc:docMk/>
            <pc:sldMk cId="0" sldId="265"/>
            <ac:grpSpMk id="20" creationId="{E9E02D5F-60B8-8FCB-D8CA-F3A62D7758E4}"/>
          </ac:grpSpMkLst>
        </pc:grpChg>
        <pc:picChg chg="add mod ord">
          <ac:chgData name="Fatima Somaka" userId="816bbaf7e595b701" providerId="LiveId" clId="{81E72FBF-B709-4B45-9245-B3E841F3D826}" dt="2025-12-06T22:04:47.185" v="704" actId="34135"/>
          <ac:picMkLst>
            <pc:docMk/>
            <pc:sldMk cId="0" sldId="265"/>
            <ac:picMk id="16" creationId="{8A264637-000A-66EE-8F97-9CE85C68D1F5}"/>
          </ac:picMkLst>
        </pc:picChg>
        <pc:picChg chg="add mod modCrop">
          <ac:chgData name="Fatima Somaka" userId="816bbaf7e595b701" providerId="LiveId" clId="{81E72FBF-B709-4B45-9245-B3E841F3D826}" dt="2025-12-06T22:10:59.394" v="800" actId="14100"/>
          <ac:picMkLst>
            <pc:docMk/>
            <pc:sldMk cId="0" sldId="265"/>
            <ac:picMk id="18" creationId="{8983BC01-A011-382C-2FF1-006482E9EFF3}"/>
          </ac:picMkLst>
        </pc:picChg>
        <pc:picChg chg="add del mod modCrop">
          <ac:chgData name="Fatima Somaka" userId="816bbaf7e595b701" providerId="LiveId" clId="{81E72FBF-B709-4B45-9245-B3E841F3D826}" dt="2025-12-06T22:27:51.697" v="926" actId="21"/>
          <ac:picMkLst>
            <pc:docMk/>
            <pc:sldMk cId="0" sldId="265"/>
            <ac:picMk id="22" creationId="{90235611-158A-8AF6-FC2C-2468E1063FAB}"/>
          </ac:picMkLst>
        </pc:picChg>
        <pc:picChg chg="add del mod modCrop">
          <ac:chgData name="Fatima Somaka" userId="816bbaf7e595b701" providerId="LiveId" clId="{81E72FBF-B709-4B45-9245-B3E841F3D826}" dt="2025-12-06T22:20:13.008" v="875" actId="21"/>
          <ac:picMkLst>
            <pc:docMk/>
            <pc:sldMk cId="0" sldId="265"/>
            <ac:picMk id="24" creationId="{4980FC86-640B-9721-0BE7-02226FA095C4}"/>
          </ac:picMkLst>
        </pc:picChg>
        <pc:picChg chg="add mod modCrop">
          <ac:chgData name="Fatima Somaka" userId="816bbaf7e595b701" providerId="LiveId" clId="{81E72FBF-B709-4B45-9245-B3E841F3D826}" dt="2025-12-06T22:28:25.186" v="933" actId="1076"/>
          <ac:picMkLst>
            <pc:docMk/>
            <pc:sldMk cId="0" sldId="265"/>
            <ac:picMk id="25" creationId="{90235611-158A-8AF6-FC2C-2468E1063FAB}"/>
          </ac:picMkLst>
        </pc:picChg>
        <pc:picChg chg="add mod modCrop">
          <ac:chgData name="Fatima Somaka" userId="816bbaf7e595b701" providerId="LiveId" clId="{81E72FBF-B709-4B45-9245-B3E841F3D826}" dt="2025-12-06T22:29:22.899" v="950" actId="1076"/>
          <ac:picMkLst>
            <pc:docMk/>
            <pc:sldMk cId="0" sldId="265"/>
            <ac:picMk id="27" creationId="{C8023F0B-A660-A2BF-23DE-E2DF0AF6C18B}"/>
          </ac:picMkLst>
        </pc:picChg>
      </pc:sldChg>
      <pc:sldChg chg="del modTransition">
        <pc:chgData name="Fatima Somaka" userId="816bbaf7e595b701" providerId="LiveId" clId="{81E72FBF-B709-4B45-9245-B3E841F3D826}" dt="2025-12-06T23:42:00.409" v="1453" actId="47"/>
        <pc:sldMkLst>
          <pc:docMk/>
          <pc:sldMk cId="0" sldId="266"/>
        </pc:sldMkLst>
      </pc:sldChg>
      <pc:sldChg chg="modSp del mod modTransition">
        <pc:chgData name="Fatima Somaka" userId="816bbaf7e595b701" providerId="LiveId" clId="{81E72FBF-B709-4B45-9245-B3E841F3D826}" dt="2025-12-06T23:45:26.037" v="1508" actId="47"/>
        <pc:sldMkLst>
          <pc:docMk/>
          <pc:sldMk cId="0" sldId="267"/>
        </pc:sldMkLst>
        <pc:spChg chg="mod">
          <ac:chgData name="Fatima Somaka" userId="816bbaf7e595b701" providerId="LiveId" clId="{81E72FBF-B709-4B45-9245-B3E841F3D826}" dt="2025-12-06T23:45:22.914" v="1507" actId="20577"/>
          <ac:spMkLst>
            <pc:docMk/>
            <pc:sldMk cId="0" sldId="267"/>
            <ac:spMk id="2" creationId="{00000000-0000-0000-0000-000000000000}"/>
          </ac:spMkLst>
        </pc:spChg>
      </pc:sldChg>
      <pc:sldChg chg="del modTransition">
        <pc:chgData name="Fatima Somaka" userId="816bbaf7e595b701" providerId="LiveId" clId="{81E72FBF-B709-4B45-9245-B3E841F3D826}" dt="2025-12-06T23:48:34.891" v="1552" actId="2696"/>
        <pc:sldMkLst>
          <pc:docMk/>
          <pc:sldMk cId="0" sldId="268"/>
        </pc:sldMkLst>
      </pc:sldChg>
      <pc:sldChg chg="del modTransition">
        <pc:chgData name="Fatima Somaka" userId="816bbaf7e595b701" providerId="LiveId" clId="{81E72FBF-B709-4B45-9245-B3E841F3D826}" dt="2025-12-06T23:48:37.681" v="1553" actId="47"/>
        <pc:sldMkLst>
          <pc:docMk/>
          <pc:sldMk cId="0" sldId="269"/>
        </pc:sldMkLst>
      </pc:sldChg>
      <pc:sldChg chg="del modTransition">
        <pc:chgData name="Fatima Somaka" userId="816bbaf7e595b701" providerId="LiveId" clId="{81E72FBF-B709-4B45-9245-B3E841F3D826}" dt="2025-12-06T23:42:10.138" v="1454" actId="47"/>
        <pc:sldMkLst>
          <pc:docMk/>
          <pc:sldMk cId="0" sldId="270"/>
        </pc:sldMkLst>
      </pc:sldChg>
      <pc:sldChg chg="del modTransition">
        <pc:chgData name="Fatima Somaka" userId="816bbaf7e595b701" providerId="LiveId" clId="{81E72FBF-B709-4B45-9245-B3E841F3D826}" dt="2025-12-06T23:42:13.661" v="1455" actId="47"/>
        <pc:sldMkLst>
          <pc:docMk/>
          <pc:sldMk cId="0" sldId="271"/>
        </pc:sldMkLst>
      </pc:sldChg>
      <pc:sldChg chg="del modTransition">
        <pc:chgData name="Fatima Somaka" userId="816bbaf7e595b701" providerId="LiveId" clId="{81E72FBF-B709-4B45-9245-B3E841F3D826}" dt="2025-12-06T23:50:20.261" v="1599" actId="47"/>
        <pc:sldMkLst>
          <pc:docMk/>
          <pc:sldMk cId="0" sldId="272"/>
        </pc:sldMkLst>
      </pc:sldChg>
      <pc:sldChg chg="del modTransition">
        <pc:chgData name="Fatima Somaka" userId="816bbaf7e595b701" providerId="LiveId" clId="{81E72FBF-B709-4B45-9245-B3E841F3D826}" dt="2025-12-06T23:50:21.922" v="1600" actId="47"/>
        <pc:sldMkLst>
          <pc:docMk/>
          <pc:sldMk cId="0" sldId="273"/>
        </pc:sldMkLst>
      </pc:sldChg>
      <pc:sldChg chg="del modTransition">
        <pc:chgData name="Fatima Somaka" userId="816bbaf7e595b701" providerId="LiveId" clId="{81E72FBF-B709-4B45-9245-B3E841F3D826}" dt="2025-12-06T23:50:27.089" v="1601" actId="47"/>
        <pc:sldMkLst>
          <pc:docMk/>
          <pc:sldMk cId="0" sldId="274"/>
        </pc:sldMkLst>
      </pc:sldChg>
      <pc:sldChg chg="delSp modSp mod modTransition">
        <pc:chgData name="Fatima Somaka" userId="816bbaf7e595b701" providerId="LiveId" clId="{81E72FBF-B709-4B45-9245-B3E841F3D826}" dt="2025-12-06T22:32:37.306" v="987"/>
        <pc:sldMkLst>
          <pc:docMk/>
          <pc:sldMk cId="0" sldId="275"/>
        </pc:sldMkLst>
        <pc:spChg chg="mod">
          <ac:chgData name="Fatima Somaka" userId="816bbaf7e595b701" providerId="LiveId" clId="{81E72FBF-B709-4B45-9245-B3E841F3D826}" dt="2025-12-06T21:07:50.400" v="609" actId="1038"/>
          <ac:spMkLst>
            <pc:docMk/>
            <pc:sldMk cId="0" sldId="275"/>
            <ac:spMk id="2" creationId="{00000000-0000-0000-0000-000000000000}"/>
          </ac:spMkLst>
        </pc:spChg>
        <pc:spChg chg="mod">
          <ac:chgData name="Fatima Somaka" userId="816bbaf7e595b701" providerId="LiveId" clId="{81E72FBF-B709-4B45-9245-B3E841F3D826}" dt="2025-12-06T21:13:09.505" v="693" actId="1035"/>
          <ac:spMkLst>
            <pc:docMk/>
            <pc:sldMk cId="0" sldId="275"/>
            <ac:spMk id="9" creationId="{00000000-0000-0000-0000-000000000000}"/>
          </ac:spMkLst>
        </pc:spChg>
        <pc:spChg chg="del">
          <ac:chgData name="Fatima Somaka" userId="816bbaf7e595b701" providerId="LiveId" clId="{81E72FBF-B709-4B45-9245-B3E841F3D826}" dt="2025-12-06T21:07:30.324" v="605" actId="478"/>
          <ac:spMkLst>
            <pc:docMk/>
            <pc:sldMk cId="0" sldId="275"/>
            <ac:spMk id="14" creationId="{00000000-0000-0000-0000-000000000000}"/>
          </ac:spMkLst>
        </pc:spChg>
        <pc:spChg chg="del mod">
          <ac:chgData name="Fatima Somaka" userId="816bbaf7e595b701" providerId="LiveId" clId="{81E72FBF-B709-4B45-9245-B3E841F3D826}" dt="2025-12-06T21:07:20.738" v="602" actId="478"/>
          <ac:spMkLst>
            <pc:docMk/>
            <pc:sldMk cId="0" sldId="275"/>
            <ac:spMk id="15" creationId="{00000000-0000-0000-0000-000000000000}"/>
          </ac:spMkLst>
        </pc:spChg>
        <pc:spChg chg="del mod">
          <ac:chgData name="Fatima Somaka" userId="816bbaf7e595b701" providerId="LiveId" clId="{81E72FBF-B709-4B45-9245-B3E841F3D826}" dt="2025-12-06T21:07:15.286" v="600" actId="478"/>
          <ac:spMkLst>
            <pc:docMk/>
            <pc:sldMk cId="0" sldId="275"/>
            <ac:spMk id="16" creationId="{00000000-0000-0000-0000-000000000000}"/>
          </ac:spMkLst>
        </pc:spChg>
        <pc:spChg chg="del mod">
          <ac:chgData name="Fatima Somaka" userId="816bbaf7e595b701" providerId="LiveId" clId="{81E72FBF-B709-4B45-9245-B3E841F3D826}" dt="2025-12-06T21:07:27.779" v="604" actId="478"/>
          <ac:spMkLst>
            <pc:docMk/>
            <pc:sldMk cId="0" sldId="275"/>
            <ac:spMk id="17" creationId="{00000000-0000-0000-0000-000000000000}"/>
          </ac:spMkLst>
        </pc:spChg>
        <pc:grpChg chg="mod">
          <ac:chgData name="Fatima Somaka" userId="816bbaf7e595b701" providerId="LiveId" clId="{81E72FBF-B709-4B45-9245-B3E841F3D826}" dt="2025-12-06T21:09:25.203" v="627" actId="1036"/>
          <ac:grpSpMkLst>
            <pc:docMk/>
            <pc:sldMk cId="0" sldId="275"/>
            <ac:grpSpMk id="3" creationId="{00000000-0000-0000-0000-000000000000}"/>
          </ac:grpSpMkLst>
        </pc:grpChg>
        <pc:grpChg chg="mod">
          <ac:chgData name="Fatima Somaka" userId="816bbaf7e595b701" providerId="LiveId" clId="{81E72FBF-B709-4B45-9245-B3E841F3D826}" dt="2025-12-06T21:09:25.203" v="627" actId="1036"/>
          <ac:grpSpMkLst>
            <pc:docMk/>
            <pc:sldMk cId="0" sldId="275"/>
            <ac:grpSpMk id="6" creationId="{00000000-0000-0000-0000-000000000000}"/>
          </ac:grpSpMkLst>
        </pc:grpChg>
        <pc:grpChg chg="del">
          <ac:chgData name="Fatima Somaka" userId="816bbaf7e595b701" providerId="LiveId" clId="{81E72FBF-B709-4B45-9245-B3E841F3D826}" dt="2025-12-06T21:07:36.553" v="606" actId="478"/>
          <ac:grpSpMkLst>
            <pc:docMk/>
            <pc:sldMk cId="0" sldId="275"/>
            <ac:grpSpMk id="10" creationId="{00000000-0000-0000-0000-000000000000}"/>
          </ac:grpSpMkLst>
        </pc:grpChg>
      </pc:sldChg>
      <pc:sldChg chg="add del">
        <pc:chgData name="Fatima Somaka" userId="816bbaf7e595b701" providerId="LiveId" clId="{81E72FBF-B709-4B45-9245-B3E841F3D826}" dt="2025-12-06T19:30:52.332" v="119" actId="2696"/>
        <pc:sldMkLst>
          <pc:docMk/>
          <pc:sldMk cId="2149074001" sldId="276"/>
        </pc:sldMkLst>
      </pc:sldChg>
      <pc:sldChg chg="addSp modSp add mod modTransition">
        <pc:chgData name="Fatima Somaka" userId="816bbaf7e595b701" providerId="LiveId" clId="{81E72FBF-B709-4B45-9245-B3E841F3D826}" dt="2025-12-07T22:31:17.152" v="2845"/>
        <pc:sldMkLst>
          <pc:docMk/>
          <pc:sldMk cId="2461825982" sldId="276"/>
        </pc:sldMkLst>
        <pc:picChg chg="add mod ord">
          <ac:chgData name="Fatima Somaka" userId="816bbaf7e595b701" providerId="LiveId" clId="{81E72FBF-B709-4B45-9245-B3E841F3D826}" dt="2025-12-06T19:49:54.688" v="273" actId="34135"/>
          <ac:picMkLst>
            <pc:docMk/>
            <pc:sldMk cId="2461825982" sldId="276"/>
            <ac:picMk id="2" creationId="{5A94DC7A-13F9-7AD1-9231-70E62F3B58CA}"/>
          </ac:picMkLst>
        </pc:picChg>
      </pc:sldChg>
      <pc:sldChg chg="addSp modSp add mod ord modTransition">
        <pc:chgData name="Fatima Somaka" userId="816bbaf7e595b701" providerId="LiveId" clId="{81E72FBF-B709-4B45-9245-B3E841F3D826}" dt="2025-12-06T22:32:37.306" v="987"/>
        <pc:sldMkLst>
          <pc:docMk/>
          <pc:sldMk cId="1176980207" sldId="277"/>
        </pc:sldMkLst>
        <pc:spChg chg="mod">
          <ac:chgData name="Fatima Somaka" userId="816bbaf7e595b701" providerId="LiveId" clId="{81E72FBF-B709-4B45-9245-B3E841F3D826}" dt="2025-12-06T20:22:12.134" v="368" actId="14100"/>
          <ac:spMkLst>
            <pc:docMk/>
            <pc:sldMk cId="1176980207" sldId="277"/>
            <ac:spMk id="7" creationId="{FFE2C8EA-13E1-1965-28C0-267820D8E8C3}"/>
          </ac:spMkLst>
        </pc:spChg>
        <pc:spChg chg="ord">
          <ac:chgData name="Fatima Somaka" userId="816bbaf7e595b701" providerId="LiveId" clId="{81E72FBF-B709-4B45-9245-B3E841F3D826}" dt="2025-12-06T20:16:02.033" v="297" actId="167"/>
          <ac:spMkLst>
            <pc:docMk/>
            <pc:sldMk cId="1176980207" sldId="277"/>
            <ac:spMk id="9" creationId="{C96ADF3A-CC11-8DF0-FA6D-4050CDEBD78E}"/>
          </ac:spMkLst>
        </pc:spChg>
        <pc:spChg chg="ord">
          <ac:chgData name="Fatima Somaka" userId="816bbaf7e595b701" providerId="LiveId" clId="{81E72FBF-B709-4B45-9245-B3E841F3D826}" dt="2025-12-06T20:16:09.856" v="299" actId="167"/>
          <ac:spMkLst>
            <pc:docMk/>
            <pc:sldMk cId="1176980207" sldId="277"/>
            <ac:spMk id="10" creationId="{A77294CC-BFB0-4365-D1BD-3F5A56C9C9F3}"/>
          </ac:spMkLst>
        </pc:spChg>
        <pc:spChg chg="mod">
          <ac:chgData name="Fatima Somaka" userId="816bbaf7e595b701" providerId="LiveId" clId="{81E72FBF-B709-4B45-9245-B3E841F3D826}" dt="2025-12-06T20:27:49.280" v="399" actId="207"/>
          <ac:spMkLst>
            <pc:docMk/>
            <pc:sldMk cId="1176980207" sldId="277"/>
            <ac:spMk id="20" creationId="{FAEB425F-8B9E-9F02-48DF-0D71F4803EED}"/>
          </ac:spMkLst>
        </pc:spChg>
        <pc:spChg chg="mod">
          <ac:chgData name="Fatima Somaka" userId="816bbaf7e595b701" providerId="LiveId" clId="{81E72FBF-B709-4B45-9245-B3E841F3D826}" dt="2025-12-06T20:16:53.059" v="310" actId="207"/>
          <ac:spMkLst>
            <pc:docMk/>
            <pc:sldMk cId="1176980207" sldId="277"/>
            <ac:spMk id="21" creationId="{917E70C0-1D25-4B33-A164-548C3E57D5BD}"/>
          </ac:spMkLst>
        </pc:spChg>
        <pc:spChg chg="ord">
          <ac:chgData name="Fatima Somaka" userId="816bbaf7e595b701" providerId="LiveId" clId="{81E72FBF-B709-4B45-9245-B3E841F3D826}" dt="2025-12-06T20:16:06.544" v="298" actId="167"/>
          <ac:spMkLst>
            <pc:docMk/>
            <pc:sldMk cId="1176980207" sldId="277"/>
            <ac:spMk id="22" creationId="{64CBE592-0F89-955B-3843-4CA6B6540EFA}"/>
          </ac:spMkLst>
        </pc:spChg>
        <pc:spChg chg="ord">
          <ac:chgData name="Fatima Somaka" userId="816bbaf7e595b701" providerId="LiveId" clId="{81E72FBF-B709-4B45-9245-B3E841F3D826}" dt="2025-12-06T20:16:15.445" v="300" actId="167"/>
          <ac:spMkLst>
            <pc:docMk/>
            <pc:sldMk cId="1176980207" sldId="277"/>
            <ac:spMk id="23" creationId="{6D97E431-C94F-CDDC-900E-887D82ED9315}"/>
          </ac:spMkLst>
        </pc:spChg>
        <pc:spChg chg="mod">
          <ac:chgData name="Fatima Somaka" userId="816bbaf7e595b701" providerId="LiveId" clId="{81E72FBF-B709-4B45-9245-B3E841F3D826}" dt="2025-12-06T20:15:47.866" v="294" actId="1076"/>
          <ac:spMkLst>
            <pc:docMk/>
            <pc:sldMk cId="1176980207" sldId="277"/>
            <ac:spMk id="24" creationId="{4D6BA755-6813-A6AC-12E6-54EC0505E8AF}"/>
          </ac:spMkLst>
        </pc:spChg>
        <pc:spChg chg="add mod">
          <ac:chgData name="Fatima Somaka" userId="816bbaf7e595b701" providerId="LiveId" clId="{81E72FBF-B709-4B45-9245-B3E841F3D826}" dt="2025-12-06T20:21:19.757" v="360" actId="1076"/>
          <ac:spMkLst>
            <pc:docMk/>
            <pc:sldMk cId="1176980207" sldId="277"/>
            <ac:spMk id="25" creationId="{04A9A78E-37AE-841F-FC6D-CA04067FD1C5}"/>
          </ac:spMkLst>
        </pc:spChg>
        <pc:spChg chg="add">
          <ac:chgData name="Fatima Somaka" userId="816bbaf7e595b701" providerId="LiveId" clId="{81E72FBF-B709-4B45-9245-B3E841F3D826}" dt="2025-12-06T20:19:46.657" v="345"/>
          <ac:spMkLst>
            <pc:docMk/>
            <pc:sldMk cId="1176980207" sldId="277"/>
            <ac:spMk id="26" creationId="{46740EFD-38B9-4AA4-F260-5285B0384D0C}"/>
          </ac:spMkLst>
        </pc:spChg>
        <pc:spChg chg="add">
          <ac:chgData name="Fatima Somaka" userId="816bbaf7e595b701" providerId="LiveId" clId="{81E72FBF-B709-4B45-9245-B3E841F3D826}" dt="2025-12-06T20:19:59.098" v="347"/>
          <ac:spMkLst>
            <pc:docMk/>
            <pc:sldMk cId="1176980207" sldId="277"/>
            <ac:spMk id="27" creationId="{AC8BE0F4-FA01-2C55-2630-28387F18DA93}"/>
          </ac:spMkLst>
        </pc:spChg>
        <pc:grpChg chg="mod">
          <ac:chgData name="Fatima Somaka" userId="816bbaf7e595b701" providerId="LiveId" clId="{81E72FBF-B709-4B45-9245-B3E841F3D826}" dt="2025-12-06T20:15:54.271" v="296" actId="1076"/>
          <ac:grpSpMkLst>
            <pc:docMk/>
            <pc:sldMk cId="1176980207" sldId="277"/>
            <ac:grpSpMk id="6" creationId="{2FC5CE19-36BD-9787-71E4-F5B16188753E}"/>
          </ac:grpSpMkLst>
        </pc:grpChg>
        <pc:picChg chg="add mod modCrop">
          <ac:chgData name="Fatima Somaka" userId="816bbaf7e595b701" providerId="LiveId" clId="{81E72FBF-B709-4B45-9245-B3E841F3D826}" dt="2025-12-06T20:22:31.175" v="369" actId="732"/>
          <ac:picMkLst>
            <pc:docMk/>
            <pc:sldMk cId="1176980207" sldId="277"/>
            <ac:picMk id="28" creationId="{4DBF1BB2-1CCA-A3FB-A58C-E11CE9929A58}"/>
          </ac:picMkLst>
        </pc:picChg>
      </pc:sldChg>
      <pc:sldChg chg="addSp delSp modSp add mod modTransition">
        <pc:chgData name="Fatima Somaka" userId="816bbaf7e595b701" providerId="LiveId" clId="{81E72FBF-B709-4B45-9245-B3E841F3D826}" dt="2025-12-07T22:00:34.916" v="2834" actId="14100"/>
        <pc:sldMkLst>
          <pc:docMk/>
          <pc:sldMk cId="539690489" sldId="278"/>
        </pc:sldMkLst>
        <pc:spChg chg="mod ord">
          <ac:chgData name="Fatima Somaka" userId="816bbaf7e595b701" providerId="LiveId" clId="{81E72FBF-B709-4B45-9245-B3E841F3D826}" dt="2025-12-06T20:54:07.247" v="565" actId="1076"/>
          <ac:spMkLst>
            <pc:docMk/>
            <pc:sldMk cId="539690489" sldId="278"/>
            <ac:spMk id="10" creationId="{4357CC8E-D89E-6038-E631-4F55295EA39D}"/>
          </ac:spMkLst>
        </pc:spChg>
        <pc:spChg chg="mod ord">
          <ac:chgData name="Fatima Somaka" userId="816bbaf7e595b701" providerId="LiveId" clId="{81E72FBF-B709-4B45-9245-B3E841F3D826}" dt="2025-12-06T20:52:19.545" v="542" actId="20577"/>
          <ac:spMkLst>
            <pc:docMk/>
            <pc:sldMk cId="539690489" sldId="278"/>
            <ac:spMk id="15" creationId="{797AA29E-965F-036B-F8D8-016466F7D35F}"/>
          </ac:spMkLst>
        </pc:spChg>
        <pc:spChg chg="ord">
          <ac:chgData name="Fatima Somaka" userId="816bbaf7e595b701" providerId="LiveId" clId="{81E72FBF-B709-4B45-9245-B3E841F3D826}" dt="2025-12-06T20:52:53.850" v="548" actId="167"/>
          <ac:spMkLst>
            <pc:docMk/>
            <pc:sldMk cId="539690489" sldId="278"/>
            <ac:spMk id="20" creationId="{51315AB3-5D40-5D0F-4FB6-A5CA49D6F83B}"/>
          </ac:spMkLst>
        </pc:spChg>
        <pc:spChg chg="ord">
          <ac:chgData name="Fatima Somaka" userId="816bbaf7e595b701" providerId="LiveId" clId="{81E72FBF-B709-4B45-9245-B3E841F3D826}" dt="2025-12-06T20:53:06.048" v="551" actId="167"/>
          <ac:spMkLst>
            <pc:docMk/>
            <pc:sldMk cId="539690489" sldId="278"/>
            <ac:spMk id="21" creationId="{B50B9E63-8A87-59F1-FDFD-FFCBDF1DABC5}"/>
          </ac:spMkLst>
        </pc:spChg>
        <pc:spChg chg="ord">
          <ac:chgData name="Fatima Somaka" userId="816bbaf7e595b701" providerId="LiveId" clId="{81E72FBF-B709-4B45-9245-B3E841F3D826}" dt="2025-12-06T20:53:10.080" v="552" actId="167"/>
          <ac:spMkLst>
            <pc:docMk/>
            <pc:sldMk cId="539690489" sldId="278"/>
            <ac:spMk id="22" creationId="{C3153430-EE67-FD1E-ACFD-ED6FFD882054}"/>
          </ac:spMkLst>
        </pc:spChg>
        <pc:spChg chg="mod ord">
          <ac:chgData name="Fatima Somaka" userId="816bbaf7e595b701" providerId="LiveId" clId="{81E72FBF-B709-4B45-9245-B3E841F3D826}" dt="2025-12-06T20:53:45.398" v="559" actId="1076"/>
          <ac:spMkLst>
            <pc:docMk/>
            <pc:sldMk cId="539690489" sldId="278"/>
            <ac:spMk id="23" creationId="{2EB21843-810E-4FEC-9306-FA55A5FD68B1}"/>
          </ac:spMkLst>
        </pc:spChg>
        <pc:spChg chg="mod">
          <ac:chgData name="Fatima Somaka" userId="816bbaf7e595b701" providerId="LiveId" clId="{81E72FBF-B709-4B45-9245-B3E841F3D826}" dt="2025-12-06T20:53:42.878" v="558" actId="1076"/>
          <ac:spMkLst>
            <pc:docMk/>
            <pc:sldMk cId="539690489" sldId="278"/>
            <ac:spMk id="24" creationId="{72777493-3800-4D00-D5E4-82CCE94BA198}"/>
          </ac:spMkLst>
        </pc:spChg>
        <pc:grpChg chg="add del ord">
          <ac:chgData name="Fatima Somaka" userId="816bbaf7e595b701" providerId="LiveId" clId="{81E72FBF-B709-4B45-9245-B3E841F3D826}" dt="2025-12-06T20:53:12.448" v="553" actId="167"/>
          <ac:grpSpMkLst>
            <pc:docMk/>
            <pc:sldMk cId="539690489" sldId="278"/>
            <ac:grpSpMk id="6" creationId="{A2DF2BDE-F085-6350-A336-6F58955EB177}"/>
          </ac:grpSpMkLst>
        </pc:grpChg>
        <pc:grpChg chg="mod ord">
          <ac:chgData name="Fatima Somaka" userId="816bbaf7e595b701" providerId="LiveId" clId="{81E72FBF-B709-4B45-9245-B3E841F3D826}" dt="2025-12-06T20:53:35.964" v="556" actId="14100"/>
          <ac:grpSpMkLst>
            <pc:docMk/>
            <pc:sldMk cId="539690489" sldId="278"/>
            <ac:grpSpMk id="14" creationId="{8BE640FB-4484-14A5-775D-2D59785F512A}"/>
          </ac:grpSpMkLst>
        </pc:grpChg>
        <pc:picChg chg="add mod modCrop">
          <ac:chgData name="Fatima Somaka" userId="816bbaf7e595b701" providerId="LiveId" clId="{81E72FBF-B709-4B45-9245-B3E841F3D826}" dt="2025-12-07T22:00:34.916" v="2834" actId="14100"/>
          <ac:picMkLst>
            <pc:docMk/>
            <pc:sldMk cId="539690489" sldId="278"/>
            <ac:picMk id="25" creationId="{4021523E-675D-C67F-A77B-325A9828D759}"/>
          </ac:picMkLst>
        </pc:picChg>
      </pc:sldChg>
      <pc:sldChg chg="add modTransition">
        <pc:chgData name="Fatima Somaka" userId="816bbaf7e595b701" providerId="LiveId" clId="{81E72FBF-B709-4B45-9245-B3E841F3D826}" dt="2025-12-06T22:32:37.306" v="987"/>
        <pc:sldMkLst>
          <pc:docMk/>
          <pc:sldMk cId="1638917778" sldId="279"/>
        </pc:sldMkLst>
      </pc:sldChg>
      <pc:sldChg chg="addSp delSp modSp add mod modTransition addAnim delAnim modAnim">
        <pc:chgData name="Fatima Somaka" userId="816bbaf7e595b701" providerId="LiveId" clId="{81E72FBF-B709-4B45-9245-B3E841F3D826}" dt="2025-12-06T22:33:30.843" v="989"/>
        <pc:sldMkLst>
          <pc:docMk/>
          <pc:sldMk cId="2546208597" sldId="280"/>
        </pc:sldMkLst>
        <pc:spChg chg="mod ord">
          <ac:chgData name="Fatima Somaka" userId="816bbaf7e595b701" providerId="LiveId" clId="{81E72FBF-B709-4B45-9245-B3E841F3D826}" dt="2025-12-06T20:28:22.146" v="401" actId="207"/>
          <ac:spMkLst>
            <pc:docMk/>
            <pc:sldMk cId="2546208597" sldId="280"/>
            <ac:spMk id="9" creationId="{BC77E3BE-22D7-F6AE-7B8A-8D57EFC22AB5}"/>
          </ac:spMkLst>
        </pc:spChg>
        <pc:spChg chg="mod">
          <ac:chgData name="Fatima Somaka" userId="816bbaf7e595b701" providerId="LiveId" clId="{81E72FBF-B709-4B45-9245-B3E841F3D826}" dt="2025-12-06T20:25:34.109" v="385" actId="1076"/>
          <ac:spMkLst>
            <pc:docMk/>
            <pc:sldMk cId="2546208597" sldId="280"/>
            <ac:spMk id="12" creationId="{08C3F052-D83E-E69A-D070-7922C464DA95}"/>
          </ac:spMkLst>
        </pc:spChg>
        <pc:spChg chg="ord">
          <ac:chgData name="Fatima Somaka" userId="816bbaf7e595b701" providerId="LiveId" clId="{81E72FBF-B709-4B45-9245-B3E841F3D826}" dt="2025-12-06T20:25:14.550" v="381" actId="167"/>
          <ac:spMkLst>
            <pc:docMk/>
            <pc:sldMk cId="2546208597" sldId="280"/>
            <ac:spMk id="20" creationId="{26F7E12A-4438-662F-47AF-35B02E6E7480}"/>
          </ac:spMkLst>
        </pc:spChg>
        <pc:spChg chg="ord">
          <ac:chgData name="Fatima Somaka" userId="816bbaf7e595b701" providerId="LiveId" clId="{81E72FBF-B709-4B45-9245-B3E841F3D826}" dt="2025-12-06T20:25:08.172" v="380" actId="167"/>
          <ac:spMkLst>
            <pc:docMk/>
            <pc:sldMk cId="2546208597" sldId="280"/>
            <ac:spMk id="21" creationId="{D75E983B-DA87-1634-F2F9-DA19DA4A83AE}"/>
          </ac:spMkLst>
        </pc:spChg>
        <pc:spChg chg="mod">
          <ac:chgData name="Fatima Somaka" userId="816bbaf7e595b701" providerId="LiveId" clId="{81E72FBF-B709-4B45-9245-B3E841F3D826}" dt="2025-12-06T20:26:12.275" v="390" actId="1076"/>
          <ac:spMkLst>
            <pc:docMk/>
            <pc:sldMk cId="2546208597" sldId="280"/>
            <ac:spMk id="22" creationId="{D341F14F-815B-541D-3717-F040709E3F5B}"/>
          </ac:spMkLst>
        </pc:spChg>
        <pc:spChg chg="ord">
          <ac:chgData name="Fatima Somaka" userId="816bbaf7e595b701" providerId="LiveId" clId="{81E72FBF-B709-4B45-9245-B3E841F3D826}" dt="2025-12-06T20:26:25.885" v="393" actId="167"/>
          <ac:spMkLst>
            <pc:docMk/>
            <pc:sldMk cId="2546208597" sldId="280"/>
            <ac:spMk id="23" creationId="{1A63EE6E-2FD1-CEA1-69BD-CA78FDF43CB9}"/>
          </ac:spMkLst>
        </pc:spChg>
        <pc:spChg chg="mod">
          <ac:chgData name="Fatima Somaka" userId="816bbaf7e595b701" providerId="LiveId" clId="{81E72FBF-B709-4B45-9245-B3E841F3D826}" dt="2025-12-06T20:26:01.926" v="388" actId="1076"/>
          <ac:spMkLst>
            <pc:docMk/>
            <pc:sldMk cId="2546208597" sldId="280"/>
            <ac:spMk id="24" creationId="{BBB64E18-EC6D-9B94-3925-FC68F6B2CC91}"/>
          </ac:spMkLst>
        </pc:spChg>
        <pc:spChg chg="add mod">
          <ac:chgData name="Fatima Somaka" userId="816bbaf7e595b701" providerId="LiveId" clId="{81E72FBF-B709-4B45-9245-B3E841F3D826}" dt="2025-12-06T20:50:33.812" v="530" actId="2711"/>
          <ac:spMkLst>
            <pc:docMk/>
            <pc:sldMk cId="2546208597" sldId="280"/>
            <ac:spMk id="27" creationId="{46CA103E-176F-989D-B72E-77E18D58A9D7}"/>
          </ac:spMkLst>
        </pc:spChg>
        <pc:spChg chg="add mod">
          <ac:chgData name="Fatima Somaka" userId="816bbaf7e595b701" providerId="LiveId" clId="{81E72FBF-B709-4B45-9245-B3E841F3D826}" dt="2025-12-06T20:48:40.649" v="515" actId="164"/>
          <ac:spMkLst>
            <pc:docMk/>
            <pc:sldMk cId="2546208597" sldId="280"/>
            <ac:spMk id="32" creationId="{E170E323-BFB7-80E2-6B7A-55B956D8EFD9}"/>
          </ac:spMkLst>
        </pc:spChg>
        <pc:spChg chg="add mod">
          <ac:chgData name="Fatima Somaka" userId="816bbaf7e595b701" providerId="LiveId" clId="{81E72FBF-B709-4B45-9245-B3E841F3D826}" dt="2025-12-06T20:48:40.649" v="515" actId="164"/>
          <ac:spMkLst>
            <pc:docMk/>
            <pc:sldMk cId="2546208597" sldId="280"/>
            <ac:spMk id="33" creationId="{CEC0C55C-BFC0-FE59-5CD5-937AC6BF1FA0}"/>
          </ac:spMkLst>
        </pc:spChg>
        <pc:spChg chg="add mod">
          <ac:chgData name="Fatima Somaka" userId="816bbaf7e595b701" providerId="LiveId" clId="{81E72FBF-B709-4B45-9245-B3E841F3D826}" dt="2025-12-06T20:48:40.649" v="515" actId="164"/>
          <ac:spMkLst>
            <pc:docMk/>
            <pc:sldMk cId="2546208597" sldId="280"/>
            <ac:spMk id="34" creationId="{4F06F128-A40E-FD52-A6F9-81E1E186874F}"/>
          </ac:spMkLst>
        </pc:spChg>
        <pc:spChg chg="add mod">
          <ac:chgData name="Fatima Somaka" userId="816bbaf7e595b701" providerId="LiveId" clId="{81E72FBF-B709-4B45-9245-B3E841F3D826}" dt="2025-12-06T20:48:40.649" v="515" actId="164"/>
          <ac:spMkLst>
            <pc:docMk/>
            <pc:sldMk cId="2546208597" sldId="280"/>
            <ac:spMk id="35" creationId="{E3C30CD5-6151-6120-F393-8C84A5A95AF2}"/>
          </ac:spMkLst>
        </pc:spChg>
        <pc:spChg chg="add mod">
          <ac:chgData name="Fatima Somaka" userId="816bbaf7e595b701" providerId="LiveId" clId="{81E72FBF-B709-4B45-9245-B3E841F3D826}" dt="2025-12-06T20:51:15.457" v="535" actId="164"/>
          <ac:spMkLst>
            <pc:docMk/>
            <pc:sldMk cId="2546208597" sldId="280"/>
            <ac:spMk id="38" creationId="{60332FC5-7513-9C9B-46E2-2B219F49A462}"/>
          </ac:spMkLst>
        </pc:spChg>
        <pc:grpChg chg="mod ord">
          <ac:chgData name="Fatima Somaka" userId="816bbaf7e595b701" providerId="LiveId" clId="{81E72FBF-B709-4B45-9245-B3E841F3D826}" dt="2025-12-06T20:26:21.904" v="392" actId="167"/>
          <ac:grpSpMkLst>
            <pc:docMk/>
            <pc:sldMk cId="2546208597" sldId="280"/>
            <ac:grpSpMk id="11" creationId="{1D9CBD0F-36F7-0A55-FFAA-B039B800E866}"/>
          </ac:grpSpMkLst>
        </pc:grpChg>
        <pc:grpChg chg="add mod">
          <ac:chgData name="Fatima Somaka" userId="816bbaf7e595b701" providerId="LiveId" clId="{81E72FBF-B709-4B45-9245-B3E841F3D826}" dt="2025-12-06T20:51:15.457" v="535" actId="164"/>
          <ac:grpSpMkLst>
            <pc:docMk/>
            <pc:sldMk cId="2546208597" sldId="280"/>
            <ac:grpSpMk id="36" creationId="{D7BBE534-8178-3EE7-1DE7-DE2FF8B98211}"/>
          </ac:grpSpMkLst>
        </pc:grpChg>
        <pc:grpChg chg="add mod">
          <ac:chgData name="Fatima Somaka" userId="816bbaf7e595b701" providerId="LiveId" clId="{81E72FBF-B709-4B45-9245-B3E841F3D826}" dt="2025-12-06T20:48:48.046" v="516" actId="164"/>
          <ac:grpSpMkLst>
            <pc:docMk/>
            <pc:sldMk cId="2546208597" sldId="280"/>
            <ac:grpSpMk id="37" creationId="{7788CEE7-BCAE-D573-3373-8ED73C7892B4}"/>
          </ac:grpSpMkLst>
        </pc:grpChg>
        <pc:grpChg chg="add mod">
          <ac:chgData name="Fatima Somaka" userId="816bbaf7e595b701" providerId="LiveId" clId="{81E72FBF-B709-4B45-9245-B3E841F3D826}" dt="2025-12-06T20:51:15.457" v="535" actId="164"/>
          <ac:grpSpMkLst>
            <pc:docMk/>
            <pc:sldMk cId="2546208597" sldId="280"/>
            <ac:grpSpMk id="39" creationId="{84AF421C-0CA1-FE24-BC79-C52B422E8705}"/>
          </ac:grpSpMkLst>
        </pc:grpChg>
        <pc:picChg chg="add del mod">
          <ac:chgData name="Fatima Somaka" userId="816bbaf7e595b701" providerId="LiveId" clId="{81E72FBF-B709-4B45-9245-B3E841F3D826}" dt="2025-12-06T20:39:38.693" v="416" actId="478"/>
          <ac:picMkLst>
            <pc:docMk/>
            <pc:sldMk cId="2546208597" sldId="280"/>
            <ac:picMk id="26" creationId="{8FBAAF3F-3C68-C14F-CCDA-95C0FE8070AB}"/>
          </ac:picMkLst>
        </pc:picChg>
        <pc:picChg chg="add mod">
          <ac:chgData name="Fatima Somaka" userId="816bbaf7e595b701" providerId="LiveId" clId="{81E72FBF-B709-4B45-9245-B3E841F3D826}" dt="2025-12-06T20:48:48.046" v="516" actId="164"/>
          <ac:picMkLst>
            <pc:docMk/>
            <pc:sldMk cId="2546208597" sldId="280"/>
            <ac:picMk id="29" creationId="{10A01F2B-955E-624F-3C6F-F95D3FFC2A42}"/>
          </ac:picMkLst>
        </pc:picChg>
        <pc:picChg chg="add mod">
          <ac:chgData name="Fatima Somaka" userId="816bbaf7e595b701" providerId="LiveId" clId="{81E72FBF-B709-4B45-9245-B3E841F3D826}" dt="2025-12-06T20:48:40.649" v="515" actId="164"/>
          <ac:picMkLst>
            <pc:docMk/>
            <pc:sldMk cId="2546208597" sldId="280"/>
            <ac:picMk id="31" creationId="{3F409CDD-50C0-6BE6-947F-08FB1CDDF06F}"/>
          </ac:picMkLst>
        </pc:picChg>
      </pc:sldChg>
      <pc:sldChg chg="add modTransition">
        <pc:chgData name="Fatima Somaka" userId="816bbaf7e595b701" providerId="LiveId" clId="{81E72FBF-B709-4B45-9245-B3E841F3D826}" dt="2025-12-06T22:32:37.306" v="987"/>
        <pc:sldMkLst>
          <pc:docMk/>
          <pc:sldMk cId="1563080724" sldId="281"/>
        </pc:sldMkLst>
      </pc:sldChg>
      <pc:sldChg chg="addSp delSp modSp add mod">
        <pc:chgData name="Fatima Somaka" userId="816bbaf7e595b701" providerId="LiveId" clId="{81E72FBF-B709-4B45-9245-B3E841F3D826}" dt="2025-12-06T22:49:31.189" v="1161" actId="1076"/>
        <pc:sldMkLst>
          <pc:docMk/>
          <pc:sldMk cId="1750540983" sldId="282"/>
        </pc:sldMkLst>
        <pc:spChg chg="add mod">
          <ac:chgData name="Fatima Somaka" userId="816bbaf7e595b701" providerId="LiveId" clId="{81E72FBF-B709-4B45-9245-B3E841F3D826}" dt="2025-12-06T22:44:02.113" v="1108" actId="1036"/>
          <ac:spMkLst>
            <pc:docMk/>
            <pc:sldMk cId="1750540983" sldId="282"/>
            <ac:spMk id="2" creationId="{891E084B-3F97-FDA5-5559-298BF5A92916}"/>
          </ac:spMkLst>
        </pc:spChg>
        <pc:spChg chg="mod">
          <ac:chgData name="Fatima Somaka" userId="816bbaf7e595b701" providerId="LiveId" clId="{81E72FBF-B709-4B45-9245-B3E841F3D826}" dt="2025-12-06T22:40:03.026" v="1038" actId="207"/>
          <ac:spMkLst>
            <pc:docMk/>
            <pc:sldMk cId="1750540983" sldId="282"/>
            <ac:spMk id="4" creationId="{9C591934-8093-6179-1770-9FE3940BDE11}"/>
          </ac:spMkLst>
        </pc:spChg>
        <pc:spChg chg="mod">
          <ac:chgData name="Fatima Somaka" userId="816bbaf7e595b701" providerId="LiveId" clId="{81E72FBF-B709-4B45-9245-B3E841F3D826}" dt="2025-12-06T22:40:03.026" v="1038" actId="207"/>
          <ac:spMkLst>
            <pc:docMk/>
            <pc:sldMk cId="1750540983" sldId="282"/>
            <ac:spMk id="5" creationId="{A4DE003A-026C-B250-1160-8EB45B9B3323}"/>
          </ac:spMkLst>
        </pc:spChg>
        <pc:spChg chg="add mod">
          <ac:chgData name="Fatima Somaka" userId="816bbaf7e595b701" providerId="LiveId" clId="{81E72FBF-B709-4B45-9245-B3E841F3D826}" dt="2025-12-06T22:43:47.620" v="1103" actId="1076"/>
          <ac:spMkLst>
            <pc:docMk/>
            <pc:sldMk cId="1750540983" sldId="282"/>
            <ac:spMk id="6" creationId="{DF2145D5-7AC9-D5A0-059A-352EE53105DC}"/>
          </ac:spMkLst>
        </pc:spChg>
        <pc:spChg chg="del">
          <ac:chgData name="Fatima Somaka" userId="816bbaf7e595b701" providerId="LiveId" clId="{81E72FBF-B709-4B45-9245-B3E841F3D826}" dt="2025-12-06T22:39:06.854" v="1027" actId="478"/>
          <ac:spMkLst>
            <pc:docMk/>
            <pc:sldMk cId="1750540983" sldId="282"/>
            <ac:spMk id="7" creationId="{622FFE3D-51D4-E755-80D3-0E1B85DE2707}"/>
          </ac:spMkLst>
        </pc:spChg>
        <pc:spChg chg="mod ord">
          <ac:chgData name="Fatima Somaka" userId="816bbaf7e595b701" providerId="LiveId" clId="{81E72FBF-B709-4B45-9245-B3E841F3D826}" dt="2025-12-06T22:41:11.548" v="1049" actId="34135"/>
          <ac:spMkLst>
            <pc:docMk/>
            <pc:sldMk cId="1750540983" sldId="282"/>
            <ac:spMk id="10" creationId="{15479AF4-3B3C-C345-E0DA-CE044AB62B1F}"/>
          </ac:spMkLst>
        </pc:spChg>
        <pc:spChg chg="add mod">
          <ac:chgData name="Fatima Somaka" userId="816bbaf7e595b701" providerId="LiveId" clId="{81E72FBF-B709-4B45-9245-B3E841F3D826}" dt="2025-12-06T22:45:22.870" v="1116" actId="164"/>
          <ac:spMkLst>
            <pc:docMk/>
            <pc:sldMk cId="1750540983" sldId="282"/>
            <ac:spMk id="11" creationId="{E98DC154-1528-4D6A-F8E1-3B92E7DA6533}"/>
          </ac:spMkLst>
        </pc:spChg>
        <pc:spChg chg="add mod">
          <ac:chgData name="Fatima Somaka" userId="816bbaf7e595b701" providerId="LiveId" clId="{81E72FBF-B709-4B45-9245-B3E841F3D826}" dt="2025-12-06T22:45:22.870" v="1116" actId="164"/>
          <ac:spMkLst>
            <pc:docMk/>
            <pc:sldMk cId="1750540983" sldId="282"/>
            <ac:spMk id="12" creationId="{8528275A-5613-96FD-9DDA-032B9751D6EB}"/>
          </ac:spMkLst>
        </pc:spChg>
        <pc:spChg chg="del">
          <ac:chgData name="Fatima Somaka" userId="816bbaf7e595b701" providerId="LiveId" clId="{81E72FBF-B709-4B45-9245-B3E841F3D826}" dt="2025-12-06T22:39:01.531" v="1025" actId="478"/>
          <ac:spMkLst>
            <pc:docMk/>
            <pc:sldMk cId="1750540983" sldId="282"/>
            <ac:spMk id="13" creationId="{C8CC81C4-B593-7028-3217-DF6ED88DFF7A}"/>
          </ac:spMkLst>
        </pc:spChg>
        <pc:spChg chg="add mod">
          <ac:chgData name="Fatima Somaka" userId="816bbaf7e595b701" providerId="LiveId" clId="{81E72FBF-B709-4B45-9245-B3E841F3D826}" dt="2025-12-06T22:48:32.847" v="1147" actId="207"/>
          <ac:spMkLst>
            <pc:docMk/>
            <pc:sldMk cId="1750540983" sldId="282"/>
            <ac:spMk id="21" creationId="{D024F526-F964-30AD-7781-9C036CE2C87E}"/>
          </ac:spMkLst>
        </pc:spChg>
        <pc:spChg chg="add mod">
          <ac:chgData name="Fatima Somaka" userId="816bbaf7e595b701" providerId="LiveId" clId="{81E72FBF-B709-4B45-9245-B3E841F3D826}" dt="2025-12-06T22:49:31.189" v="1161" actId="1076"/>
          <ac:spMkLst>
            <pc:docMk/>
            <pc:sldMk cId="1750540983" sldId="282"/>
            <ac:spMk id="22" creationId="{08AE5EDB-3134-95DC-7F3E-95BD7A4FFDEC}"/>
          </ac:spMkLst>
        </pc:spChg>
        <pc:spChg chg="del">
          <ac:chgData name="Fatima Somaka" userId="816bbaf7e595b701" providerId="LiveId" clId="{81E72FBF-B709-4B45-9245-B3E841F3D826}" dt="2025-12-06T22:38:54.502" v="1024" actId="478"/>
          <ac:spMkLst>
            <pc:docMk/>
            <pc:sldMk cId="1750540983" sldId="282"/>
            <ac:spMk id="29" creationId="{8E7687E1-8433-3598-26CB-71EAF8D13AEC}"/>
          </ac:spMkLst>
        </pc:spChg>
        <pc:grpChg chg="mod">
          <ac:chgData name="Fatima Somaka" userId="816bbaf7e595b701" providerId="LiveId" clId="{81E72FBF-B709-4B45-9245-B3E841F3D826}" dt="2025-12-06T22:40:03.026" v="1038" actId="207"/>
          <ac:grpSpMkLst>
            <pc:docMk/>
            <pc:sldMk cId="1750540983" sldId="282"/>
            <ac:grpSpMk id="3" creationId="{EEE3CAA1-59B7-8476-2606-12273D439C4E}"/>
          </ac:grpSpMkLst>
        </pc:grpChg>
        <pc:grpChg chg="add mod">
          <ac:chgData name="Fatima Somaka" userId="816bbaf7e595b701" providerId="LiveId" clId="{81E72FBF-B709-4B45-9245-B3E841F3D826}" dt="2025-12-06T22:47:21.866" v="1142" actId="164"/>
          <ac:grpSpMkLst>
            <pc:docMk/>
            <pc:sldMk cId="1750540983" sldId="282"/>
            <ac:grpSpMk id="14" creationId="{FCBED6F3-4CBC-60AA-05AB-B9C6DFF3462D}"/>
          </ac:grpSpMkLst>
        </pc:grpChg>
        <pc:grpChg chg="add mod">
          <ac:chgData name="Fatima Somaka" userId="816bbaf7e595b701" providerId="LiveId" clId="{81E72FBF-B709-4B45-9245-B3E841F3D826}" dt="2025-12-06T22:47:21.866" v="1142" actId="164"/>
          <ac:grpSpMkLst>
            <pc:docMk/>
            <pc:sldMk cId="1750540983" sldId="282"/>
            <ac:grpSpMk id="20" creationId="{3F8700B5-70EC-D604-5190-691EAC33865C}"/>
          </ac:grpSpMkLst>
        </pc:grpChg>
        <pc:picChg chg="add mod">
          <ac:chgData name="Fatima Somaka" userId="816bbaf7e595b701" providerId="LiveId" clId="{81E72FBF-B709-4B45-9245-B3E841F3D826}" dt="2025-12-06T22:45:22.870" v="1116" actId="164"/>
          <ac:picMkLst>
            <pc:docMk/>
            <pc:sldMk cId="1750540983" sldId="282"/>
            <ac:picMk id="9" creationId="{96D91B61-1B5A-96D7-AE2E-87426DB44BA0}"/>
          </ac:picMkLst>
        </pc:picChg>
        <pc:picChg chg="del mod">
          <ac:chgData name="Fatima Somaka" userId="816bbaf7e595b701" providerId="LiveId" clId="{81E72FBF-B709-4B45-9245-B3E841F3D826}" dt="2025-12-06T22:39:48.738" v="1037" actId="478"/>
          <ac:picMkLst>
            <pc:docMk/>
            <pc:sldMk cId="1750540983" sldId="282"/>
            <ac:picMk id="16" creationId="{99CF09CB-F8AB-D038-7277-530EE7DEFD3A}"/>
          </ac:picMkLst>
        </pc:picChg>
        <pc:picChg chg="add mod modCrop">
          <ac:chgData name="Fatima Somaka" userId="816bbaf7e595b701" providerId="LiveId" clId="{81E72FBF-B709-4B45-9245-B3E841F3D826}" dt="2025-12-06T22:47:21.866" v="1142" actId="164"/>
          <ac:picMkLst>
            <pc:docMk/>
            <pc:sldMk cId="1750540983" sldId="282"/>
            <ac:picMk id="17" creationId="{F550870E-01C8-6383-4ACD-10CDCEFD683C}"/>
          </ac:picMkLst>
        </pc:picChg>
        <pc:picChg chg="add mod modCrop">
          <ac:chgData name="Fatima Somaka" userId="816bbaf7e595b701" providerId="LiveId" clId="{81E72FBF-B709-4B45-9245-B3E841F3D826}" dt="2025-12-06T22:47:21.866" v="1142" actId="164"/>
          <ac:picMkLst>
            <pc:docMk/>
            <pc:sldMk cId="1750540983" sldId="282"/>
            <ac:picMk id="19" creationId="{8593BA70-9775-3CEA-E643-8C4B4E9820A5}"/>
          </ac:picMkLst>
        </pc:picChg>
        <pc:picChg chg="mod">
          <ac:chgData name="Fatima Somaka" userId="816bbaf7e595b701" providerId="LiveId" clId="{81E72FBF-B709-4B45-9245-B3E841F3D826}" dt="2025-12-06T22:40:44.730" v="1048" actId="1037"/>
          <ac:picMkLst>
            <pc:docMk/>
            <pc:sldMk cId="1750540983" sldId="282"/>
            <ac:picMk id="25" creationId="{D83F5086-3329-6133-6EA6-61A481E4CB4D}"/>
          </ac:picMkLst>
        </pc:picChg>
        <pc:picChg chg="del">
          <ac:chgData name="Fatima Somaka" userId="816bbaf7e595b701" providerId="LiveId" clId="{81E72FBF-B709-4B45-9245-B3E841F3D826}" dt="2025-12-06T22:39:04.832" v="1026" actId="478"/>
          <ac:picMkLst>
            <pc:docMk/>
            <pc:sldMk cId="1750540983" sldId="282"/>
            <ac:picMk id="27" creationId="{EA4A5AD9-361B-AEA3-FA23-16C6191CF39E}"/>
          </ac:picMkLst>
        </pc:picChg>
      </pc:sldChg>
      <pc:sldChg chg="addSp delSp modSp add mod">
        <pc:chgData name="Fatima Somaka" userId="816bbaf7e595b701" providerId="LiveId" clId="{81E72FBF-B709-4B45-9245-B3E841F3D826}" dt="2025-12-07T21:56:16.365" v="2828" actId="20578"/>
        <pc:sldMkLst>
          <pc:docMk/>
          <pc:sldMk cId="3822627305" sldId="283"/>
        </pc:sldMkLst>
        <pc:spChg chg="del ord">
          <ac:chgData name="Fatima Somaka" userId="816bbaf7e595b701" providerId="LiveId" clId="{81E72FBF-B709-4B45-9245-B3E841F3D826}" dt="2025-12-06T23:39:19.363" v="1439" actId="478"/>
          <ac:spMkLst>
            <pc:docMk/>
            <pc:sldMk cId="3822627305" sldId="283"/>
            <ac:spMk id="2" creationId="{A489E876-7162-A05A-1FAD-D4EC8A39A666}"/>
          </ac:spMkLst>
        </pc:spChg>
        <pc:spChg chg="mod">
          <ac:chgData name="Fatima Somaka" userId="816bbaf7e595b701" providerId="LiveId" clId="{81E72FBF-B709-4B45-9245-B3E841F3D826}" dt="2025-12-07T21:56:16.365" v="2828" actId="20578"/>
          <ac:spMkLst>
            <pc:docMk/>
            <pc:sldMk cId="3822627305" sldId="283"/>
            <ac:spMk id="3" creationId="{4C9E03AD-605D-270F-9D52-19EBECEFB746}"/>
          </ac:spMkLst>
        </pc:spChg>
        <pc:spChg chg="add mod ord">
          <ac:chgData name="Fatima Somaka" userId="816bbaf7e595b701" providerId="LiveId" clId="{81E72FBF-B709-4B45-9245-B3E841F3D826}" dt="2025-12-06T23:41:00.694" v="1449" actId="693"/>
          <ac:spMkLst>
            <pc:docMk/>
            <pc:sldMk cId="3822627305" sldId="283"/>
            <ac:spMk id="7" creationId="{265E5C7B-C4F9-FE01-5814-FB82B8A4F3A1}"/>
          </ac:spMkLst>
        </pc:spChg>
        <pc:spChg chg="add mod">
          <ac:chgData name="Fatima Somaka" userId="816bbaf7e595b701" providerId="LiveId" clId="{81E72FBF-B709-4B45-9245-B3E841F3D826}" dt="2025-12-06T23:41:15.562" v="1451" actId="14100"/>
          <ac:spMkLst>
            <pc:docMk/>
            <pc:sldMk cId="3822627305" sldId="283"/>
            <ac:spMk id="8" creationId="{DFD6DAF0-AB6D-B422-A681-0B08C8375B60}"/>
          </ac:spMkLst>
        </pc:spChg>
        <pc:spChg chg="add mod">
          <ac:chgData name="Fatima Somaka" userId="816bbaf7e595b701" providerId="LiveId" clId="{81E72FBF-B709-4B45-9245-B3E841F3D826}" dt="2025-12-06T23:41:06.974" v="1450" actId="693"/>
          <ac:spMkLst>
            <pc:docMk/>
            <pc:sldMk cId="3822627305" sldId="283"/>
            <ac:spMk id="9" creationId="{2D513667-0658-B649-9785-2DEF24AEF5B5}"/>
          </ac:spMkLst>
        </pc:spChg>
        <pc:spChg chg="add del mod">
          <ac:chgData name="Fatima Somaka" userId="816bbaf7e595b701" providerId="LiveId" clId="{81E72FBF-B709-4B45-9245-B3E841F3D826}" dt="2025-12-06T23:38:29.590" v="1426" actId="478"/>
          <ac:spMkLst>
            <pc:docMk/>
            <pc:sldMk cId="3822627305" sldId="283"/>
            <ac:spMk id="10" creationId="{94DDE15F-7C71-FF05-9652-5CFCC8306C51}"/>
          </ac:spMkLst>
        </pc:spChg>
        <pc:spChg chg="mod">
          <ac:chgData name="Fatima Somaka" userId="816bbaf7e595b701" providerId="LiveId" clId="{81E72FBF-B709-4B45-9245-B3E841F3D826}" dt="2025-12-07T20:50:35.178" v="2052" actId="1035"/>
          <ac:spMkLst>
            <pc:docMk/>
            <pc:sldMk cId="3822627305" sldId="283"/>
            <ac:spMk id="10" creationId="{D7C04293-2F17-7F2F-4DFE-59D05A79AB63}"/>
          </ac:spMkLst>
        </pc:spChg>
        <pc:spChg chg="add mod">
          <ac:chgData name="Fatima Somaka" userId="816bbaf7e595b701" providerId="LiveId" clId="{81E72FBF-B709-4B45-9245-B3E841F3D826}" dt="2025-12-06T23:38:44.238" v="1433" actId="1076"/>
          <ac:spMkLst>
            <pc:docMk/>
            <pc:sldMk cId="3822627305" sldId="283"/>
            <ac:spMk id="11" creationId="{43616B94-E1C7-E42D-1CEC-48D40AF7AC41}"/>
          </ac:spMkLst>
        </pc:spChg>
        <pc:spChg chg="add mod ord">
          <ac:chgData name="Fatima Somaka" userId="816bbaf7e595b701" providerId="LiveId" clId="{81E72FBF-B709-4B45-9245-B3E841F3D826}" dt="2025-12-06T23:39:50.197" v="1442" actId="167"/>
          <ac:spMkLst>
            <pc:docMk/>
            <pc:sldMk cId="3822627305" sldId="283"/>
            <ac:spMk id="12" creationId="{903A7868-BF08-CD9E-05C9-327A6E3E51B2}"/>
          </ac:spMkLst>
        </pc:spChg>
        <pc:spChg chg="mod">
          <ac:chgData name="Fatima Somaka" userId="816bbaf7e595b701" providerId="LiveId" clId="{81E72FBF-B709-4B45-9245-B3E841F3D826}" dt="2025-12-07T20:52:24.288" v="2083" actId="20577"/>
          <ac:spMkLst>
            <pc:docMk/>
            <pc:sldMk cId="3822627305" sldId="283"/>
            <ac:spMk id="14" creationId="{0B2385E5-65D4-6410-AE1D-17FF2F68C021}"/>
          </ac:spMkLst>
        </pc:spChg>
        <pc:picChg chg="add mod ord">
          <ac:chgData name="Fatima Somaka" userId="816bbaf7e595b701" providerId="LiveId" clId="{81E72FBF-B709-4B45-9245-B3E841F3D826}" dt="2025-12-06T23:39:03.504" v="1438" actId="12789"/>
          <ac:picMkLst>
            <pc:docMk/>
            <pc:sldMk cId="3822627305" sldId="283"/>
            <ac:picMk id="4" creationId="{9EFDE214-E7CB-A4F1-CC76-508C55193975}"/>
          </ac:picMkLst>
        </pc:picChg>
        <pc:picChg chg="add del mod">
          <ac:chgData name="Fatima Somaka" userId="816bbaf7e595b701" providerId="LiveId" clId="{81E72FBF-B709-4B45-9245-B3E841F3D826}" dt="2025-12-07T20:47:14.843" v="2015" actId="478"/>
          <ac:picMkLst>
            <pc:docMk/>
            <pc:sldMk cId="3822627305" sldId="283"/>
            <ac:picMk id="5" creationId="{33B272F4-357F-6780-B510-FDF72F365C94}"/>
          </ac:picMkLst>
        </pc:picChg>
        <pc:picChg chg="add del mod">
          <ac:chgData name="Fatima Somaka" userId="816bbaf7e595b701" providerId="LiveId" clId="{81E72FBF-B709-4B45-9245-B3E841F3D826}" dt="2025-12-07T20:47:43.022" v="2024" actId="478"/>
          <ac:picMkLst>
            <pc:docMk/>
            <pc:sldMk cId="3822627305" sldId="283"/>
            <ac:picMk id="13" creationId="{6C525EDA-212D-2311-6A02-5FF1374F3FF0}"/>
          </ac:picMkLst>
        </pc:picChg>
        <pc:picChg chg="add del mod">
          <ac:chgData name="Fatima Somaka" userId="816bbaf7e595b701" providerId="LiveId" clId="{81E72FBF-B709-4B45-9245-B3E841F3D826}" dt="2025-12-07T20:48:19.911" v="2028" actId="478"/>
          <ac:picMkLst>
            <pc:docMk/>
            <pc:sldMk cId="3822627305" sldId="283"/>
            <ac:picMk id="16" creationId="{B31928B6-703E-E2BA-1E8F-AE4FAC3DA9A1}"/>
          </ac:picMkLst>
        </pc:picChg>
        <pc:picChg chg="add mod">
          <ac:chgData name="Fatima Somaka" userId="816bbaf7e595b701" providerId="LiveId" clId="{81E72FBF-B709-4B45-9245-B3E841F3D826}" dt="2025-12-07T20:50:28.958" v="2050" actId="1076"/>
          <ac:picMkLst>
            <pc:docMk/>
            <pc:sldMk cId="3822627305" sldId="283"/>
            <ac:picMk id="20" creationId="{823C1CEF-B1E9-804F-AFA6-7EF4086B6461}"/>
          </ac:picMkLst>
        </pc:picChg>
        <pc:picChg chg="add mod">
          <ac:chgData name="Fatima Somaka" userId="816bbaf7e595b701" providerId="LiveId" clId="{81E72FBF-B709-4B45-9245-B3E841F3D826}" dt="2025-12-07T21:54:58.416" v="2826" actId="1035"/>
          <ac:picMkLst>
            <pc:docMk/>
            <pc:sldMk cId="3822627305" sldId="283"/>
            <ac:picMk id="22" creationId="{708DDE40-1A45-C7B5-F0DF-D83C67C1FDD7}"/>
          </ac:picMkLst>
        </pc:picChg>
        <pc:picChg chg="add mod">
          <ac:chgData name="Fatima Somaka" userId="816bbaf7e595b701" providerId="LiveId" clId="{81E72FBF-B709-4B45-9245-B3E841F3D826}" dt="2025-12-07T20:52:32.791" v="2084" actId="1076"/>
          <ac:picMkLst>
            <pc:docMk/>
            <pc:sldMk cId="3822627305" sldId="283"/>
            <ac:picMk id="24" creationId="{21BE492C-22A6-8F48-48D6-89EE95E751F5}"/>
          </ac:picMkLst>
        </pc:picChg>
        <pc:picChg chg="add mod">
          <ac:chgData name="Fatima Somaka" userId="816bbaf7e595b701" providerId="LiveId" clId="{81E72FBF-B709-4B45-9245-B3E841F3D826}" dt="2025-12-07T20:53:40.704" v="2108" actId="1076"/>
          <ac:picMkLst>
            <pc:docMk/>
            <pc:sldMk cId="3822627305" sldId="283"/>
            <ac:picMk id="26" creationId="{3859A145-6A46-8EB9-0A2E-BC4DD1477FA8}"/>
          </ac:picMkLst>
        </pc:picChg>
        <pc:cxnChg chg="add del">
          <ac:chgData name="Fatima Somaka" userId="816bbaf7e595b701" providerId="LiveId" clId="{81E72FBF-B709-4B45-9245-B3E841F3D826}" dt="2025-12-06T23:36:10.162" v="1400" actId="478"/>
          <ac:cxnSpMkLst>
            <pc:docMk/>
            <pc:sldMk cId="3822627305" sldId="283"/>
            <ac:cxnSpMk id="6" creationId="{2F81A4A3-CACB-8F51-86F5-18B0AD930AA7}"/>
          </ac:cxnSpMkLst>
        </pc:cxnChg>
      </pc:sldChg>
      <pc:sldChg chg="addSp modSp add mod addAnim delAnim modAnim">
        <pc:chgData name="Fatima Somaka" userId="816bbaf7e595b701" providerId="LiveId" clId="{81E72FBF-B709-4B45-9245-B3E841F3D826}" dt="2025-12-07T21:57:52.136" v="2830" actId="2711"/>
        <pc:sldMkLst>
          <pc:docMk/>
          <pc:sldMk cId="299828674" sldId="284"/>
        </pc:sldMkLst>
        <pc:spChg chg="mod">
          <ac:chgData name="Fatima Somaka" userId="816bbaf7e595b701" providerId="LiveId" clId="{81E72FBF-B709-4B45-9245-B3E841F3D826}" dt="2025-12-06T23:22:06.777" v="1301" actId="34135"/>
          <ac:spMkLst>
            <pc:docMk/>
            <pc:sldMk cId="299828674" sldId="284"/>
            <ac:spMk id="2" creationId="{33E06BA3-7261-D9FA-C7F2-9BBB37B60BA6}"/>
          </ac:spMkLst>
        </pc:spChg>
        <pc:spChg chg="mod">
          <ac:chgData name="Fatima Somaka" userId="816bbaf7e595b701" providerId="LiveId" clId="{81E72FBF-B709-4B45-9245-B3E841F3D826}" dt="2025-12-07T21:52:52.387" v="2820" actId="2711"/>
          <ac:spMkLst>
            <pc:docMk/>
            <pc:sldMk cId="299828674" sldId="284"/>
            <ac:spMk id="18" creationId="{9C724309-DA10-87AF-3CCE-4551BA7A80C3}"/>
          </ac:spMkLst>
        </pc:spChg>
        <pc:spChg chg="mod">
          <ac:chgData name="Fatima Somaka" userId="816bbaf7e595b701" providerId="LiveId" clId="{81E72FBF-B709-4B45-9245-B3E841F3D826}" dt="2025-12-07T21:52:57.794" v="2821" actId="2711"/>
          <ac:spMkLst>
            <pc:docMk/>
            <pc:sldMk cId="299828674" sldId="284"/>
            <ac:spMk id="22" creationId="{11552B58-A4C4-2905-2720-7AA8470306A2}"/>
          </ac:spMkLst>
        </pc:spChg>
        <pc:spChg chg="mod">
          <ac:chgData name="Fatima Somaka" userId="816bbaf7e595b701" providerId="LiveId" clId="{81E72FBF-B709-4B45-9245-B3E841F3D826}" dt="2025-12-07T21:53:06.143" v="2824" actId="2711"/>
          <ac:spMkLst>
            <pc:docMk/>
            <pc:sldMk cId="299828674" sldId="284"/>
            <ac:spMk id="26" creationId="{B7E88FCB-88C1-81C8-72E9-9FB51F7309F3}"/>
          </ac:spMkLst>
        </pc:spChg>
        <pc:spChg chg="mod">
          <ac:chgData name="Fatima Somaka" userId="816bbaf7e595b701" providerId="LiveId" clId="{81E72FBF-B709-4B45-9245-B3E841F3D826}" dt="2025-12-07T21:57:52.136" v="2830" actId="2711"/>
          <ac:spMkLst>
            <pc:docMk/>
            <pc:sldMk cId="299828674" sldId="284"/>
            <ac:spMk id="33" creationId="{5681BAD0-FDA4-FA6B-F6D3-9E17ED37ECAC}"/>
          </ac:spMkLst>
        </pc:spChg>
        <pc:picChg chg="add mod">
          <ac:chgData name="Fatima Somaka" userId="816bbaf7e595b701" providerId="LiveId" clId="{81E72FBF-B709-4B45-9245-B3E841F3D826}" dt="2025-12-06T23:34:54.928" v="1389" actId="12788"/>
          <ac:picMkLst>
            <pc:docMk/>
            <pc:sldMk cId="299828674" sldId="284"/>
            <ac:picMk id="4" creationId="{EF40B4BE-417A-70B9-3AB6-2F54AB60BA3A}"/>
          </ac:picMkLst>
        </pc:picChg>
      </pc:sldChg>
      <pc:sldChg chg="addSp delSp modSp add mod modTransition addAnim delAnim modAnim">
        <pc:chgData name="Fatima Somaka" userId="816bbaf7e595b701" providerId="LiveId" clId="{81E72FBF-B709-4B45-9245-B3E841F3D826}" dt="2025-12-07T21:48:28.304" v="2804" actId="1035"/>
        <pc:sldMkLst>
          <pc:docMk/>
          <pc:sldMk cId="1626798402" sldId="285"/>
        </pc:sldMkLst>
        <pc:spChg chg="mod">
          <ac:chgData name="Fatima Somaka" userId="816bbaf7e595b701" providerId="LiveId" clId="{81E72FBF-B709-4B45-9245-B3E841F3D826}" dt="2025-12-06T23:45:43.375" v="1512" actId="34135"/>
          <ac:spMkLst>
            <pc:docMk/>
            <pc:sldMk cId="1626798402" sldId="285"/>
            <ac:spMk id="2" creationId="{FF19F199-054B-EA23-8024-10F6EDA8B761}"/>
          </ac:spMkLst>
        </pc:spChg>
        <pc:spChg chg="add mod">
          <ac:chgData name="Fatima Somaka" userId="816bbaf7e595b701" providerId="LiveId" clId="{81E72FBF-B709-4B45-9245-B3E841F3D826}" dt="2025-12-06T23:47:16.142" v="1550" actId="403"/>
          <ac:spMkLst>
            <pc:docMk/>
            <pc:sldMk cId="1626798402" sldId="285"/>
            <ac:spMk id="9" creationId="{568510B6-3943-24A9-D2F1-3D827109C8D0}"/>
          </ac:spMkLst>
        </pc:spChg>
        <pc:spChg chg="add mod">
          <ac:chgData name="Fatima Somaka" userId="816bbaf7e595b701" providerId="LiveId" clId="{81E72FBF-B709-4B45-9245-B3E841F3D826}" dt="2025-12-07T21:05:52.839" v="2138" actId="207"/>
          <ac:spMkLst>
            <pc:docMk/>
            <pc:sldMk cId="1626798402" sldId="285"/>
            <ac:spMk id="12" creationId="{E63DA4BA-13A5-F0CF-1B1E-41B518B358A2}"/>
          </ac:spMkLst>
        </pc:spChg>
        <pc:spChg chg="add mod">
          <ac:chgData name="Fatima Somaka" userId="816bbaf7e595b701" providerId="LiveId" clId="{81E72FBF-B709-4B45-9245-B3E841F3D826}" dt="2025-12-07T21:11:34.649" v="2305" actId="1076"/>
          <ac:spMkLst>
            <pc:docMk/>
            <pc:sldMk cId="1626798402" sldId="285"/>
            <ac:spMk id="13" creationId="{D52E6CF1-313A-3F1C-5657-F94D89D7AA2D}"/>
          </ac:spMkLst>
        </pc:spChg>
        <pc:spChg chg="add del mod">
          <ac:chgData name="Fatima Somaka" userId="816bbaf7e595b701" providerId="LiveId" clId="{81E72FBF-B709-4B45-9245-B3E841F3D826}" dt="2025-12-07T21:09:56.370" v="2260"/>
          <ac:spMkLst>
            <pc:docMk/>
            <pc:sldMk cId="1626798402" sldId="285"/>
            <ac:spMk id="14" creationId="{85F1D0B2-1BC6-8C5D-AC63-A3E7AF64D39B}"/>
          </ac:spMkLst>
        </pc:spChg>
        <pc:spChg chg="add mod">
          <ac:chgData name="Fatima Somaka" userId="816bbaf7e595b701" providerId="LiveId" clId="{81E72FBF-B709-4B45-9245-B3E841F3D826}" dt="2025-12-07T21:08:23.016" v="2222" actId="1076"/>
          <ac:spMkLst>
            <pc:docMk/>
            <pc:sldMk cId="1626798402" sldId="285"/>
            <ac:spMk id="15" creationId="{A438CC18-A760-4AF0-EDF0-AD7C8FB8616C}"/>
          </ac:spMkLst>
        </pc:spChg>
        <pc:spChg chg="add mod">
          <ac:chgData name="Fatima Somaka" userId="816bbaf7e595b701" providerId="LiveId" clId="{81E72FBF-B709-4B45-9245-B3E841F3D826}" dt="2025-12-07T21:09:06.562" v="2241" actId="1076"/>
          <ac:spMkLst>
            <pc:docMk/>
            <pc:sldMk cId="1626798402" sldId="285"/>
            <ac:spMk id="16" creationId="{D90978E7-A4BC-A673-5679-292435F15B9C}"/>
          </ac:spMkLst>
        </pc:spChg>
        <pc:spChg chg="add mod">
          <ac:chgData name="Fatima Somaka" userId="816bbaf7e595b701" providerId="LiveId" clId="{81E72FBF-B709-4B45-9245-B3E841F3D826}" dt="2025-12-07T21:09:43.014" v="2257" actId="1076"/>
          <ac:spMkLst>
            <pc:docMk/>
            <pc:sldMk cId="1626798402" sldId="285"/>
            <ac:spMk id="17" creationId="{7A9DB270-6C8F-1B8D-A09D-8BA61838EB9C}"/>
          </ac:spMkLst>
        </pc:spChg>
        <pc:spChg chg="add mod">
          <ac:chgData name="Fatima Somaka" userId="816bbaf7e595b701" providerId="LiveId" clId="{81E72FBF-B709-4B45-9245-B3E841F3D826}" dt="2025-12-07T21:10:34.975" v="2277" actId="1076"/>
          <ac:spMkLst>
            <pc:docMk/>
            <pc:sldMk cId="1626798402" sldId="285"/>
            <ac:spMk id="18" creationId="{BF863C40-F41C-E7F5-965E-C1AF5ACB8BB8}"/>
          </ac:spMkLst>
        </pc:spChg>
        <pc:spChg chg="add mod">
          <ac:chgData name="Fatima Somaka" userId="816bbaf7e595b701" providerId="LiveId" clId="{81E72FBF-B709-4B45-9245-B3E841F3D826}" dt="2025-12-07T21:11:17.451" v="2293" actId="14100"/>
          <ac:spMkLst>
            <pc:docMk/>
            <pc:sldMk cId="1626798402" sldId="285"/>
            <ac:spMk id="19" creationId="{A4AFD422-946E-6842-5402-E0BF10A10F2B}"/>
          </ac:spMkLst>
        </pc:spChg>
        <pc:spChg chg="del mod">
          <ac:chgData name="Fatima Somaka" userId="816bbaf7e595b701" providerId="LiveId" clId="{81E72FBF-B709-4B45-9245-B3E841F3D826}" dt="2025-12-06T23:46:09.609" v="1516"/>
          <ac:spMkLst>
            <pc:docMk/>
            <pc:sldMk cId="1626798402" sldId="285"/>
            <ac:spMk id="20" creationId="{01492BAD-BC27-BF75-7489-B64D49975BAF}"/>
          </ac:spMkLst>
        </pc:spChg>
        <pc:spChg chg="add mod">
          <ac:chgData name="Fatima Somaka" userId="816bbaf7e595b701" providerId="LiveId" clId="{81E72FBF-B709-4B45-9245-B3E841F3D826}" dt="2025-12-07T21:14:16.232" v="2374" actId="1076"/>
          <ac:spMkLst>
            <pc:docMk/>
            <pc:sldMk cId="1626798402" sldId="285"/>
            <ac:spMk id="20" creationId="{66500D9B-EB43-A267-58F9-746F692F3F95}"/>
          </ac:spMkLst>
        </pc:spChg>
        <pc:grpChg chg="mod">
          <ac:chgData name="Fatima Somaka" userId="816bbaf7e595b701" providerId="LiveId" clId="{81E72FBF-B709-4B45-9245-B3E841F3D826}" dt="2025-12-06T23:45:35.599" v="1510" actId="1076"/>
          <ac:grpSpMkLst>
            <pc:docMk/>
            <pc:sldMk cId="1626798402" sldId="285"/>
            <ac:grpSpMk id="3" creationId="{D85B8A0D-3F32-D68D-98D5-478653CD44C2}"/>
          </ac:grpSpMkLst>
        </pc:grpChg>
        <pc:grpChg chg="mod">
          <ac:chgData name="Fatima Somaka" userId="816bbaf7e595b701" providerId="LiveId" clId="{81E72FBF-B709-4B45-9245-B3E841F3D826}" dt="2025-12-06T23:45:51.654" v="1513" actId="1076"/>
          <ac:grpSpMkLst>
            <pc:docMk/>
            <pc:sldMk cId="1626798402" sldId="285"/>
            <ac:grpSpMk id="6" creationId="{FC099090-EACF-4A01-9121-1E97A08F0202}"/>
          </ac:grpSpMkLst>
        </pc:grpChg>
        <pc:picChg chg="add mod modCrop">
          <ac:chgData name="Fatima Somaka" userId="816bbaf7e595b701" providerId="LiveId" clId="{81E72FBF-B709-4B45-9245-B3E841F3D826}" dt="2025-12-07T21:03:28.722" v="2125" actId="14100"/>
          <ac:picMkLst>
            <pc:docMk/>
            <pc:sldMk cId="1626798402" sldId="285"/>
            <ac:picMk id="11" creationId="{DE4BA083-4D22-5760-6C91-8479142259A5}"/>
          </ac:picMkLst>
        </pc:picChg>
        <pc:picChg chg="add mod">
          <ac:chgData name="Fatima Somaka" userId="816bbaf7e595b701" providerId="LiveId" clId="{81E72FBF-B709-4B45-9245-B3E841F3D826}" dt="2025-12-07T21:48:28.304" v="2804" actId="1035"/>
          <ac:picMkLst>
            <pc:docMk/>
            <pc:sldMk cId="1626798402" sldId="285"/>
            <ac:picMk id="22" creationId="{46A8C3B9-7E8C-37CE-A5A2-3244579B8AD0}"/>
          </ac:picMkLst>
        </pc:picChg>
      </pc:sldChg>
      <pc:sldChg chg="addSp delSp modSp add mod modTransition">
        <pc:chgData name="Fatima Somaka" userId="816bbaf7e595b701" providerId="LiveId" clId="{81E72FBF-B709-4B45-9245-B3E841F3D826}" dt="2025-12-07T21:27:44.292" v="2659" actId="1076"/>
        <pc:sldMkLst>
          <pc:docMk/>
          <pc:sldMk cId="3174294210" sldId="286"/>
        </pc:sldMkLst>
        <pc:spChg chg="mod">
          <ac:chgData name="Fatima Somaka" userId="816bbaf7e595b701" providerId="LiveId" clId="{81E72FBF-B709-4B45-9245-B3E841F3D826}" dt="2025-12-07T21:22:47.073" v="2481" actId="20578"/>
          <ac:spMkLst>
            <pc:docMk/>
            <pc:sldMk cId="3174294210" sldId="286"/>
            <ac:spMk id="2" creationId="{11F38695-BDE9-9A6E-ADEC-BADDA2D55A81}"/>
          </ac:spMkLst>
        </pc:spChg>
        <pc:spChg chg="mod">
          <ac:chgData name="Fatima Somaka" userId="816bbaf7e595b701" providerId="LiveId" clId="{81E72FBF-B709-4B45-9245-B3E841F3D826}" dt="2025-12-06T23:49:56.159" v="1594" actId="1076"/>
          <ac:spMkLst>
            <pc:docMk/>
            <pc:sldMk cId="3174294210" sldId="286"/>
            <ac:spMk id="9" creationId="{2B5D1251-C985-9BEC-B65A-991085AE3C19}"/>
          </ac:spMkLst>
        </pc:spChg>
        <pc:spChg chg="mod">
          <ac:chgData name="Fatima Somaka" userId="816bbaf7e595b701" providerId="LiveId" clId="{81E72FBF-B709-4B45-9245-B3E841F3D826}" dt="2025-12-06T23:49:21.117" v="1564"/>
          <ac:spMkLst>
            <pc:docMk/>
            <pc:sldMk cId="3174294210" sldId="286"/>
            <ac:spMk id="11" creationId="{A95C1374-65EE-9249-0585-A9C1052A81C3}"/>
          </ac:spMkLst>
        </pc:spChg>
        <pc:spChg chg="mod">
          <ac:chgData name="Fatima Somaka" userId="816bbaf7e595b701" providerId="LiveId" clId="{81E72FBF-B709-4B45-9245-B3E841F3D826}" dt="2025-12-06T23:49:21.117" v="1564"/>
          <ac:spMkLst>
            <pc:docMk/>
            <pc:sldMk cId="3174294210" sldId="286"/>
            <ac:spMk id="12" creationId="{52A1AEAF-1390-33AD-BE38-F9F00ADB382E}"/>
          </ac:spMkLst>
        </pc:spChg>
        <pc:spChg chg="add mod">
          <ac:chgData name="Fatima Somaka" userId="816bbaf7e595b701" providerId="LiveId" clId="{81E72FBF-B709-4B45-9245-B3E841F3D826}" dt="2025-12-07T21:25:00.406" v="2587" actId="1035"/>
          <ac:spMkLst>
            <pc:docMk/>
            <pc:sldMk cId="3174294210" sldId="286"/>
            <ac:spMk id="13" creationId="{3FE136DE-A341-2B5E-A9C0-22B60C745E6A}"/>
          </ac:spMkLst>
        </pc:spChg>
        <pc:spChg chg="add mod topLvl">
          <ac:chgData name="Fatima Somaka" userId="816bbaf7e595b701" providerId="LiveId" clId="{81E72FBF-B709-4B45-9245-B3E841F3D826}" dt="2025-12-07T21:23:54.133" v="2568" actId="338"/>
          <ac:spMkLst>
            <pc:docMk/>
            <pc:sldMk cId="3174294210" sldId="286"/>
            <ac:spMk id="15" creationId="{DD9B8299-BA6D-AEC4-C984-90F9D491A3C1}"/>
          </ac:spMkLst>
        </pc:spChg>
        <pc:spChg chg="add mod">
          <ac:chgData name="Fatima Somaka" userId="816bbaf7e595b701" providerId="LiveId" clId="{81E72FBF-B709-4B45-9245-B3E841F3D826}" dt="2025-12-07T21:25:13.159" v="2603" actId="1036"/>
          <ac:spMkLst>
            <pc:docMk/>
            <pc:sldMk cId="3174294210" sldId="286"/>
            <ac:spMk id="18" creationId="{DA06B736-0DF5-34C2-B66B-02AFA3AF23A9}"/>
          </ac:spMkLst>
        </pc:spChg>
        <pc:spChg chg="add mod">
          <ac:chgData name="Fatima Somaka" userId="816bbaf7e595b701" providerId="LiveId" clId="{81E72FBF-B709-4B45-9245-B3E841F3D826}" dt="2025-12-07T21:25:31.148" v="2623" actId="1035"/>
          <ac:spMkLst>
            <pc:docMk/>
            <pc:sldMk cId="3174294210" sldId="286"/>
            <ac:spMk id="20" creationId="{06BB1AFF-8984-B7E9-6DC7-0C5FE0434768}"/>
          </ac:spMkLst>
        </pc:spChg>
        <pc:spChg chg="add mod">
          <ac:chgData name="Fatima Somaka" userId="816bbaf7e595b701" providerId="LiveId" clId="{81E72FBF-B709-4B45-9245-B3E841F3D826}" dt="2025-12-07T21:26:50.489" v="2646" actId="1076"/>
          <ac:spMkLst>
            <pc:docMk/>
            <pc:sldMk cId="3174294210" sldId="286"/>
            <ac:spMk id="22" creationId="{7E098E2A-1371-1CE9-BDC1-05CF36B6AFD1}"/>
          </ac:spMkLst>
        </pc:spChg>
        <pc:spChg chg="add mod">
          <ac:chgData name="Fatima Somaka" userId="816bbaf7e595b701" providerId="LiveId" clId="{81E72FBF-B709-4B45-9245-B3E841F3D826}" dt="2025-12-07T21:27:44.292" v="2659" actId="1076"/>
          <ac:spMkLst>
            <pc:docMk/>
            <pc:sldMk cId="3174294210" sldId="286"/>
            <ac:spMk id="23" creationId="{5300ECA2-8A63-AF4B-D0D1-C84E943F9DA9}"/>
          </ac:spMkLst>
        </pc:spChg>
        <pc:grpChg chg="mod">
          <ac:chgData name="Fatima Somaka" userId="816bbaf7e595b701" providerId="LiveId" clId="{81E72FBF-B709-4B45-9245-B3E841F3D826}" dt="2025-12-06T23:49:10.704" v="1562" actId="14100"/>
          <ac:grpSpMkLst>
            <pc:docMk/>
            <pc:sldMk cId="3174294210" sldId="286"/>
            <ac:grpSpMk id="3" creationId="{7FF98496-B72D-5C55-6564-AFF941973438}"/>
          </ac:grpSpMkLst>
        </pc:grpChg>
        <pc:grpChg chg="mod">
          <ac:chgData name="Fatima Somaka" userId="816bbaf7e595b701" providerId="LiveId" clId="{81E72FBF-B709-4B45-9245-B3E841F3D826}" dt="2025-12-06T23:49:15.316" v="1563" actId="1076"/>
          <ac:grpSpMkLst>
            <pc:docMk/>
            <pc:sldMk cId="3174294210" sldId="286"/>
            <ac:grpSpMk id="6" creationId="{046FF0E7-7016-C555-E702-7B7478121697}"/>
          </ac:grpSpMkLst>
        </pc:grpChg>
        <pc:grpChg chg="add mod">
          <ac:chgData name="Fatima Somaka" userId="816bbaf7e595b701" providerId="LiveId" clId="{81E72FBF-B709-4B45-9245-B3E841F3D826}" dt="2025-12-06T23:49:29.148" v="1567" actId="1076"/>
          <ac:grpSpMkLst>
            <pc:docMk/>
            <pc:sldMk cId="3174294210" sldId="286"/>
            <ac:grpSpMk id="10" creationId="{277CC2E8-3ADE-9799-FB94-0B55A16A54B7}"/>
          </ac:grpSpMkLst>
        </pc:grpChg>
        <pc:grpChg chg="add del mod">
          <ac:chgData name="Fatima Somaka" userId="816bbaf7e595b701" providerId="LiveId" clId="{81E72FBF-B709-4B45-9245-B3E841F3D826}" dt="2025-12-07T21:23:31.476" v="2566" actId="165"/>
          <ac:grpSpMkLst>
            <pc:docMk/>
            <pc:sldMk cId="3174294210" sldId="286"/>
            <ac:grpSpMk id="16" creationId="{A834602B-C920-6C32-B0E2-E5117B7AFFEC}"/>
          </ac:grpSpMkLst>
        </pc:grpChg>
        <pc:grpChg chg="add mod">
          <ac:chgData name="Fatima Somaka" userId="816bbaf7e595b701" providerId="LiveId" clId="{81E72FBF-B709-4B45-9245-B3E841F3D826}" dt="2025-12-07T21:25:07.609" v="2595" actId="1035"/>
          <ac:grpSpMkLst>
            <pc:docMk/>
            <pc:sldMk cId="3174294210" sldId="286"/>
            <ac:grpSpMk id="19" creationId="{24CE90DE-8A51-B72C-56B8-F0BC424566B7}"/>
          </ac:grpSpMkLst>
        </pc:grpChg>
        <pc:picChg chg="add mod topLvl modCrop">
          <ac:chgData name="Fatima Somaka" userId="816bbaf7e595b701" providerId="LiveId" clId="{81E72FBF-B709-4B45-9245-B3E841F3D826}" dt="2025-12-07T21:23:59.219" v="2570" actId="1038"/>
          <ac:picMkLst>
            <pc:docMk/>
            <pc:sldMk cId="3174294210" sldId="286"/>
            <ac:picMk id="14" creationId="{1A1778E3-B292-5A8B-6157-4830045B9221}"/>
          </ac:picMkLst>
        </pc:picChg>
        <pc:picChg chg="add mod">
          <ac:chgData name="Fatima Somaka" userId="816bbaf7e595b701" providerId="LiveId" clId="{81E72FBF-B709-4B45-9245-B3E841F3D826}" dt="2025-12-07T21:25:22.467" v="2616" actId="1076"/>
          <ac:picMkLst>
            <pc:docMk/>
            <pc:sldMk cId="3174294210" sldId="286"/>
            <ac:picMk id="17" creationId="{FF6FEC8A-25FD-59A7-C24E-9AC6B887E068}"/>
          </ac:picMkLst>
        </pc:picChg>
        <pc:picChg chg="add mod">
          <ac:chgData name="Fatima Somaka" userId="816bbaf7e595b701" providerId="LiveId" clId="{81E72FBF-B709-4B45-9245-B3E841F3D826}" dt="2025-12-07T21:26:10.339" v="2633" actId="14100"/>
          <ac:picMkLst>
            <pc:docMk/>
            <pc:sldMk cId="3174294210" sldId="286"/>
            <ac:picMk id="21" creationId="{2F396232-45A4-08CF-072A-AABB661BC599}"/>
          </ac:picMkLst>
        </pc:picChg>
      </pc:sldChg>
      <pc:sldChg chg="addAnim delAnim modAnim">
        <pc:chgData name="Fatima Somaka" userId="816bbaf7e595b701" providerId="LiveId" clId="{81E72FBF-B709-4B45-9245-B3E841F3D826}" dt="2025-12-07T20:41:20.332" v="1874"/>
        <pc:sldMkLst>
          <pc:docMk/>
          <pc:sldMk cId="2110280699" sldId="290"/>
        </pc:sldMkLst>
      </pc:sldChg>
      <pc:sldChg chg="addSp delSp modSp mod modAnim">
        <pc:chgData name="Fatima Somaka" userId="816bbaf7e595b701" providerId="LiveId" clId="{81E72FBF-B709-4B45-9245-B3E841F3D826}" dt="2025-12-07T21:56:55.611" v="2829" actId="20577"/>
        <pc:sldMkLst>
          <pc:docMk/>
          <pc:sldMk cId="3532386206" sldId="291"/>
        </pc:sldMkLst>
        <pc:spChg chg="mod topLvl">
          <ac:chgData name="Fatima Somaka" userId="816bbaf7e595b701" providerId="LiveId" clId="{81E72FBF-B709-4B45-9245-B3E841F3D826}" dt="2025-12-07T20:33:03.788" v="1637" actId="164"/>
          <ac:spMkLst>
            <pc:docMk/>
            <pc:sldMk cId="3532386206" sldId="291"/>
            <ac:spMk id="5" creationId="{388AA5F7-8717-0041-5001-1D05DD692EA0}"/>
          </ac:spMkLst>
        </pc:spChg>
        <pc:spChg chg="mod">
          <ac:chgData name="Fatima Somaka" userId="816bbaf7e595b701" providerId="LiveId" clId="{81E72FBF-B709-4B45-9245-B3E841F3D826}" dt="2025-12-07T20:33:03.788" v="1637" actId="164"/>
          <ac:spMkLst>
            <pc:docMk/>
            <pc:sldMk cId="3532386206" sldId="291"/>
            <ac:spMk id="6" creationId="{BFA58FDA-3FB1-705F-F069-7F6F530D46C0}"/>
          </ac:spMkLst>
        </pc:spChg>
        <pc:spChg chg="mod topLvl">
          <ac:chgData name="Fatima Somaka" userId="816bbaf7e595b701" providerId="LiveId" clId="{81E72FBF-B709-4B45-9245-B3E841F3D826}" dt="2025-12-07T20:33:03.788" v="1637" actId="164"/>
          <ac:spMkLst>
            <pc:docMk/>
            <pc:sldMk cId="3532386206" sldId="291"/>
            <ac:spMk id="7" creationId="{A1A9CC19-3411-E202-5F3B-D1E9DBB077FC}"/>
          </ac:spMkLst>
        </pc:spChg>
        <pc:spChg chg="mod topLvl">
          <ac:chgData name="Fatima Somaka" userId="816bbaf7e595b701" providerId="LiveId" clId="{81E72FBF-B709-4B45-9245-B3E841F3D826}" dt="2025-12-07T20:33:14.615" v="1638" actId="164"/>
          <ac:spMkLst>
            <pc:docMk/>
            <pc:sldMk cId="3532386206" sldId="291"/>
            <ac:spMk id="8" creationId="{B4BB321F-5FD3-4BD2-4B7C-1357A48B1FA6}"/>
          </ac:spMkLst>
        </pc:spChg>
        <pc:spChg chg="mod">
          <ac:chgData name="Fatima Somaka" userId="816bbaf7e595b701" providerId="LiveId" clId="{81E72FBF-B709-4B45-9245-B3E841F3D826}" dt="2025-12-07T21:56:55.611" v="2829" actId="20577"/>
          <ac:spMkLst>
            <pc:docMk/>
            <pc:sldMk cId="3532386206" sldId="291"/>
            <ac:spMk id="9" creationId="{B0360971-6FF7-D51A-4E18-40ECD8923931}"/>
          </ac:spMkLst>
        </pc:spChg>
        <pc:spChg chg="mod topLvl">
          <ac:chgData name="Fatima Somaka" userId="816bbaf7e595b701" providerId="LiveId" clId="{81E72FBF-B709-4B45-9245-B3E841F3D826}" dt="2025-12-07T20:33:14.615" v="1638" actId="164"/>
          <ac:spMkLst>
            <pc:docMk/>
            <pc:sldMk cId="3532386206" sldId="291"/>
            <ac:spMk id="10" creationId="{29F4F380-53BF-EE88-3B77-173112DE5A1B}"/>
          </ac:spMkLst>
        </pc:spChg>
        <pc:spChg chg="mod">
          <ac:chgData name="Fatima Somaka" userId="816bbaf7e595b701" providerId="LiveId" clId="{81E72FBF-B709-4B45-9245-B3E841F3D826}" dt="2025-12-07T20:33:21.267" v="1639" actId="164"/>
          <ac:spMkLst>
            <pc:docMk/>
            <pc:sldMk cId="3532386206" sldId="291"/>
            <ac:spMk id="11" creationId="{639C4D01-1242-EB80-D9BC-F8A443D8539F}"/>
          </ac:spMkLst>
        </pc:spChg>
        <pc:spChg chg="mod">
          <ac:chgData name="Fatima Somaka" userId="816bbaf7e595b701" providerId="LiveId" clId="{81E72FBF-B709-4B45-9245-B3E841F3D826}" dt="2025-12-07T20:33:21.267" v="1639" actId="164"/>
          <ac:spMkLst>
            <pc:docMk/>
            <pc:sldMk cId="3532386206" sldId="291"/>
            <ac:spMk id="12" creationId="{DC60BFEB-AFCB-7DA8-1B99-084E18F12ABD}"/>
          </ac:spMkLst>
        </pc:spChg>
        <pc:spChg chg="mod topLvl">
          <ac:chgData name="Fatima Somaka" userId="816bbaf7e595b701" providerId="LiveId" clId="{81E72FBF-B709-4B45-9245-B3E841F3D826}" dt="2025-12-07T20:33:21.267" v="1639" actId="164"/>
          <ac:spMkLst>
            <pc:docMk/>
            <pc:sldMk cId="3532386206" sldId="291"/>
            <ac:spMk id="13" creationId="{6B5B69FD-1E49-397E-DE56-633E3E3BDED7}"/>
          </ac:spMkLst>
        </pc:spChg>
        <pc:spChg chg="mod topLvl">
          <ac:chgData name="Fatima Somaka" userId="816bbaf7e595b701" providerId="LiveId" clId="{81E72FBF-B709-4B45-9245-B3E841F3D826}" dt="2025-12-07T20:37:34.509" v="1810" actId="164"/>
          <ac:spMkLst>
            <pc:docMk/>
            <pc:sldMk cId="3532386206" sldId="291"/>
            <ac:spMk id="14" creationId="{EF982D92-71BE-DFFD-C830-7E2D61293514}"/>
          </ac:spMkLst>
        </pc:spChg>
        <pc:spChg chg="mod topLvl">
          <ac:chgData name="Fatima Somaka" userId="816bbaf7e595b701" providerId="LiveId" clId="{81E72FBF-B709-4B45-9245-B3E841F3D826}" dt="2025-12-07T20:33:30.240" v="1640" actId="164"/>
          <ac:spMkLst>
            <pc:docMk/>
            <pc:sldMk cId="3532386206" sldId="291"/>
            <ac:spMk id="16" creationId="{644126C4-50C3-A62A-AE8C-8E4038CF33BE}"/>
          </ac:spMkLst>
        </pc:spChg>
        <pc:spChg chg="mod">
          <ac:chgData name="Fatima Somaka" userId="816bbaf7e595b701" providerId="LiveId" clId="{81E72FBF-B709-4B45-9245-B3E841F3D826}" dt="2025-12-07T20:33:30.240" v="1640" actId="164"/>
          <ac:spMkLst>
            <pc:docMk/>
            <pc:sldMk cId="3532386206" sldId="291"/>
            <ac:spMk id="17" creationId="{1FA99256-66EE-FDCE-8374-60780D34E638}"/>
          </ac:spMkLst>
        </pc:spChg>
        <pc:spChg chg="mod topLvl">
          <ac:chgData name="Fatima Somaka" userId="816bbaf7e595b701" providerId="LiveId" clId="{81E72FBF-B709-4B45-9245-B3E841F3D826}" dt="2025-12-07T20:33:37.286" v="1641" actId="164"/>
          <ac:spMkLst>
            <pc:docMk/>
            <pc:sldMk cId="3532386206" sldId="291"/>
            <ac:spMk id="18" creationId="{A57FDD62-D10D-6D35-3260-98E23A0729A1}"/>
          </ac:spMkLst>
        </pc:spChg>
        <pc:spChg chg="mod topLvl">
          <ac:chgData name="Fatima Somaka" userId="816bbaf7e595b701" providerId="LiveId" clId="{81E72FBF-B709-4B45-9245-B3E841F3D826}" dt="2025-12-07T20:33:37.286" v="1641" actId="164"/>
          <ac:spMkLst>
            <pc:docMk/>
            <pc:sldMk cId="3532386206" sldId="291"/>
            <ac:spMk id="19" creationId="{30EF5A19-B914-6319-F810-58C7A5033274}"/>
          </ac:spMkLst>
        </pc:spChg>
        <pc:spChg chg="mod topLvl">
          <ac:chgData name="Fatima Somaka" userId="816bbaf7e595b701" providerId="LiveId" clId="{81E72FBF-B709-4B45-9245-B3E841F3D826}" dt="2025-12-07T20:33:37.286" v="1641" actId="164"/>
          <ac:spMkLst>
            <pc:docMk/>
            <pc:sldMk cId="3532386206" sldId="291"/>
            <ac:spMk id="20" creationId="{0554691F-66D1-AE6E-779C-61711E7CD8FB}"/>
          </ac:spMkLst>
        </pc:spChg>
        <pc:grpChg chg="add mod">
          <ac:chgData name="Fatima Somaka" userId="816bbaf7e595b701" providerId="LiveId" clId="{81E72FBF-B709-4B45-9245-B3E841F3D826}" dt="2025-12-07T20:33:03.788" v="1637" actId="164"/>
          <ac:grpSpMkLst>
            <pc:docMk/>
            <pc:sldMk cId="3532386206" sldId="291"/>
            <ac:grpSpMk id="22" creationId="{74354D54-E853-8013-8BEC-F02770DDD85C}"/>
          </ac:grpSpMkLst>
        </pc:grpChg>
        <pc:grpChg chg="add mod">
          <ac:chgData name="Fatima Somaka" userId="816bbaf7e595b701" providerId="LiveId" clId="{81E72FBF-B709-4B45-9245-B3E841F3D826}" dt="2025-12-07T20:33:14.615" v="1638" actId="164"/>
          <ac:grpSpMkLst>
            <pc:docMk/>
            <pc:sldMk cId="3532386206" sldId="291"/>
            <ac:grpSpMk id="25" creationId="{11FD6713-09A9-0E27-3BF9-3A8D8B49269F}"/>
          </ac:grpSpMkLst>
        </pc:grpChg>
        <pc:grpChg chg="add mod">
          <ac:chgData name="Fatima Somaka" userId="816bbaf7e595b701" providerId="LiveId" clId="{81E72FBF-B709-4B45-9245-B3E841F3D826}" dt="2025-12-07T20:33:21.267" v="1639" actId="164"/>
          <ac:grpSpMkLst>
            <pc:docMk/>
            <pc:sldMk cId="3532386206" sldId="291"/>
            <ac:grpSpMk id="26" creationId="{85FF42FC-252E-9E01-05A6-71034FF209D3}"/>
          </ac:grpSpMkLst>
        </pc:grpChg>
        <pc:grpChg chg="add mod">
          <ac:chgData name="Fatima Somaka" userId="816bbaf7e595b701" providerId="LiveId" clId="{81E72FBF-B709-4B45-9245-B3E841F3D826}" dt="2025-12-07T20:37:34.509" v="1810" actId="164"/>
          <ac:grpSpMkLst>
            <pc:docMk/>
            <pc:sldMk cId="3532386206" sldId="291"/>
            <ac:grpSpMk id="27" creationId="{7316A09F-E570-71BF-63E8-44F152449D6A}"/>
          </ac:grpSpMkLst>
        </pc:grpChg>
        <pc:grpChg chg="add mod">
          <ac:chgData name="Fatima Somaka" userId="816bbaf7e595b701" providerId="LiveId" clId="{81E72FBF-B709-4B45-9245-B3E841F3D826}" dt="2025-12-07T20:33:37.286" v="1641" actId="164"/>
          <ac:grpSpMkLst>
            <pc:docMk/>
            <pc:sldMk cId="3532386206" sldId="291"/>
            <ac:grpSpMk id="28" creationId="{7F5C388B-0117-1522-5DEE-5048CAA2E603}"/>
          </ac:grpSpMkLst>
        </pc:grpChg>
        <pc:grpChg chg="add mod">
          <ac:chgData name="Fatima Somaka" userId="816bbaf7e595b701" providerId="LiveId" clId="{81E72FBF-B709-4B45-9245-B3E841F3D826}" dt="2025-12-07T20:37:34.509" v="1810" actId="164"/>
          <ac:grpSpMkLst>
            <pc:docMk/>
            <pc:sldMk cId="3532386206" sldId="291"/>
            <ac:grpSpMk id="29" creationId="{03B7319A-22C3-39FD-08E5-4F0B505277E5}"/>
          </ac:grpSpMkLst>
        </pc:grpChg>
        <pc:graphicFrameChg chg="mod">
          <ac:chgData name="Fatima Somaka" userId="816bbaf7e595b701" providerId="LiveId" clId="{81E72FBF-B709-4B45-9245-B3E841F3D826}" dt="2025-12-07T20:30:55.652" v="1631" actId="1037"/>
          <ac:graphicFrameMkLst>
            <pc:docMk/>
            <pc:sldMk cId="3532386206" sldId="291"/>
            <ac:graphicFrameMk id="4" creationId="{E7FE1F8C-CE2E-3314-6B83-4736BD31F12E}"/>
          </ac:graphicFrameMkLst>
        </pc:graphicFrameChg>
        <pc:graphicFrameChg chg="mod">
          <ac:chgData name="Fatima Somaka" userId="816bbaf7e595b701" providerId="LiveId" clId="{81E72FBF-B709-4B45-9245-B3E841F3D826}" dt="2025-12-07T20:31:14.819" v="1632" actId="1076"/>
          <ac:graphicFrameMkLst>
            <pc:docMk/>
            <pc:sldMk cId="3532386206" sldId="291"/>
            <ac:graphicFrameMk id="15" creationId="{F87B1C39-9F25-7242-4E4E-4F8321197892}"/>
          </ac:graphicFrameMkLst>
        </pc:graphicFrameChg>
        <pc:graphicFrameChg chg="mod">
          <ac:chgData name="Fatima Somaka" userId="816bbaf7e595b701" providerId="LiveId" clId="{81E72FBF-B709-4B45-9245-B3E841F3D826}" dt="2025-12-07T20:39:15.212" v="1857" actId="1038"/>
          <ac:graphicFrameMkLst>
            <pc:docMk/>
            <pc:sldMk cId="3532386206" sldId="291"/>
            <ac:graphicFrameMk id="23" creationId="{B0365FB9-1F3F-7300-200C-22154255E4AD}"/>
          </ac:graphicFrameMkLst>
        </pc:graphicFrameChg>
        <pc:graphicFrameChg chg="mod">
          <ac:chgData name="Fatima Somaka" userId="816bbaf7e595b701" providerId="LiveId" clId="{81E72FBF-B709-4B45-9245-B3E841F3D826}" dt="2025-12-07T20:34:30.954" v="1706" actId="1038"/>
          <ac:graphicFrameMkLst>
            <pc:docMk/>
            <pc:sldMk cId="3532386206" sldId="291"/>
            <ac:graphicFrameMk id="24" creationId="{99DD6634-A9F1-15F7-1A1D-88EB0825B203}"/>
          </ac:graphicFrameMkLst>
        </pc:graphicFrameChg>
      </pc:sldChg>
      <pc:sldChg chg="modSp mod modTransition">
        <pc:chgData name="Fatima Somaka" userId="816bbaf7e595b701" providerId="LiveId" clId="{81E72FBF-B709-4B45-9245-B3E841F3D826}" dt="2025-12-07T21:51:46.256" v="2811" actId="403"/>
        <pc:sldMkLst>
          <pc:docMk/>
          <pc:sldMk cId="2333750837" sldId="293"/>
        </pc:sldMkLst>
        <pc:spChg chg="mod">
          <ac:chgData name="Fatima Somaka" userId="816bbaf7e595b701" providerId="LiveId" clId="{81E72FBF-B709-4B45-9245-B3E841F3D826}" dt="2025-12-07T21:51:46.256" v="2811" actId="403"/>
          <ac:spMkLst>
            <pc:docMk/>
            <pc:sldMk cId="2333750837" sldId="293"/>
            <ac:spMk id="20" creationId="{92F2BECD-5F71-9C57-A66D-FE8BA4EE4E36}"/>
          </ac:spMkLst>
        </pc:spChg>
      </pc:sldChg>
      <pc:sldMasterChg chg="modTransition modSldLayout">
        <pc:chgData name="Fatima Somaka" userId="816bbaf7e595b701" providerId="LiveId" clId="{81E72FBF-B709-4B45-9245-B3E841F3D826}" dt="2025-12-06T22:32:37.306" v="987"/>
        <pc:sldMasterMkLst>
          <pc:docMk/>
          <pc:sldMasterMk cId="0" sldId="2147483648"/>
        </pc:sldMasterMkLst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Fatima Somaka" userId="816bbaf7e595b701" providerId="LiveId" clId="{81E72FBF-B709-4B45-9245-B3E841F3D826}" dt="2025-12-06T22:32:37.306" v="987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>
                  <a:shade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0B-4FC6-8F31-B8A17564B988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1">
                  <a:shade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0B-4FC6-8F31-B8A17564B988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1">
                  <a:tint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0B-4FC6-8F31-B8A17564B988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1">
                  <a:tint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10B-4FC6-8F31-B8A17564B988}"/>
              </c:ext>
            </c:extLst>
          </c:dPt>
          <c:cat>
            <c:strRef>
              <c:f>Sheet1!$A$2:$A$5</c:f>
              <c:strCache>
                <c:ptCount val="4"/>
                <c:pt idx="0">
                  <c:v>Adoption Interest</c:v>
                </c:pt>
                <c:pt idx="1">
                  <c:v>Long-term Partnership</c:v>
                </c:pt>
                <c:pt idx="2">
                  <c:v>Transport Priority</c:v>
                </c:pt>
                <c:pt idx="3">
                  <c:v>Data Sharing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85</c:v>
                </c:pt>
                <c:pt idx="2">
                  <c:v>68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10B-4FC6-8F31-B8A17564B9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9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Sheet1!$A$2:$A$13</c:f>
              <c:strCache>
                <c:ptCount val="12"/>
                <c:pt idx="0">
                  <c:v>Admin</c:v>
                </c:pt>
                <c:pt idx="1">
                  <c:v>Staff</c:v>
                </c:pt>
                <c:pt idx="2">
                  <c:v>Cloud</c:v>
                </c:pt>
                <c:pt idx="3">
                  <c:v>Office</c:v>
                </c:pt>
                <c:pt idx="4">
                  <c:v>Support</c:v>
                </c:pt>
                <c:pt idx="5">
                  <c:v>Marketing</c:v>
                </c:pt>
                <c:pt idx="6">
                  <c:v>Bonus</c:v>
                </c:pt>
                <c:pt idx="7">
                  <c:v>Travel</c:v>
                </c:pt>
                <c:pt idx="8">
                  <c:v>Materials</c:v>
                </c:pt>
                <c:pt idx="9">
                  <c:v>Commissions</c:v>
                </c:pt>
                <c:pt idx="10">
                  <c:v>Supplies</c:v>
                </c:pt>
                <c:pt idx="11">
                  <c:v>Prod Salaries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2.5</c:v>
                </c:pt>
                <c:pt idx="1">
                  <c:v>12</c:v>
                </c:pt>
                <c:pt idx="2">
                  <c:v>1</c:v>
                </c:pt>
                <c:pt idx="3">
                  <c:v>3.5</c:v>
                </c:pt>
                <c:pt idx="4">
                  <c:v>1.5</c:v>
                </c:pt>
                <c:pt idx="5">
                  <c:v>0.8</c:v>
                </c:pt>
                <c:pt idx="6">
                  <c:v>0.3</c:v>
                </c:pt>
                <c:pt idx="7">
                  <c:v>0.15</c:v>
                </c:pt>
                <c:pt idx="8">
                  <c:v>0.1</c:v>
                </c:pt>
                <c:pt idx="9">
                  <c:v>0.2</c:v>
                </c:pt>
                <c:pt idx="10">
                  <c:v>0.08</c:v>
                </c:pt>
                <c:pt idx="1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3B-46EC-B106-D4BE93FBF1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293855984"/>
        <c:axId val="1293856944"/>
        <c:axId val="0"/>
      </c:bar3DChart>
      <c:catAx>
        <c:axId val="1293855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3856944"/>
        <c:crosses val="autoZero"/>
        <c:auto val="1"/>
        <c:lblAlgn val="ctr"/>
        <c:lblOffset val="100"/>
        <c:noMultiLvlLbl val="0"/>
      </c:catAx>
      <c:valAx>
        <c:axId val="1293856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3855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5.jpe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76.jpe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77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5.jpe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76.jpe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7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D2F8C-6F10-43FC-AA6D-DE5629A2A74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A9C79F-331A-4C58-A194-1DE66AFEB702}">
      <dgm:prSet/>
      <dgm:spPr/>
      <dgm:t>
        <a:bodyPr/>
        <a:lstStyle/>
        <a:p>
          <a:r>
            <a:rPr lang="en-US" b="0" i="0" dirty="0"/>
            <a:t>We deliver </a:t>
          </a:r>
          <a:r>
            <a:rPr lang="en-US" b="1" i="0" dirty="0"/>
            <a:t>predictable, stress-free transportation</a:t>
          </a:r>
          <a:r>
            <a:rPr lang="en-US" b="0" i="0" dirty="0"/>
            <a:t> to university students in the Bekaa by solving their core problem: </a:t>
          </a:r>
          <a:r>
            <a:rPr lang="en-US" b="1" i="0" dirty="0"/>
            <a:t>unreliable, chaotic, and time-wasting commutes</a:t>
          </a:r>
          <a:r>
            <a:rPr lang="en-US" b="0" i="0" dirty="0"/>
            <a:t>. We do this through a </a:t>
          </a:r>
          <a:r>
            <a:rPr lang="en-US" b="1" i="0" dirty="0"/>
            <a:t>connected ecosystem of smart stations, a real-time tracking app, and AI predictions</a:t>
          </a:r>
          <a:r>
            <a:rPr lang="en-US" b="0" i="0" dirty="0"/>
            <a:t> that provide accurate arrival times, reduce waiting, and restore a sense of control over their daily travel.</a:t>
          </a:r>
          <a:endParaRPr lang="en-US" dirty="0"/>
        </a:p>
      </dgm:t>
    </dgm:pt>
    <dgm:pt modelId="{3447629E-A00A-4722-9BA0-4B5BF799FE16}" type="parTrans" cxnId="{6BE40D2B-D6FE-463F-BD5B-E757BC50B560}">
      <dgm:prSet/>
      <dgm:spPr/>
      <dgm:t>
        <a:bodyPr/>
        <a:lstStyle/>
        <a:p>
          <a:endParaRPr lang="en-US"/>
        </a:p>
      </dgm:t>
    </dgm:pt>
    <dgm:pt modelId="{FF3CBA6A-1710-406A-A994-65F69525D3D4}" type="sibTrans" cxnId="{6BE40D2B-D6FE-463F-BD5B-E757BC50B560}">
      <dgm:prSet/>
      <dgm:spPr/>
      <dgm:t>
        <a:bodyPr/>
        <a:lstStyle/>
        <a:p>
          <a:endParaRPr lang="en-US"/>
        </a:p>
      </dgm:t>
    </dgm:pt>
    <dgm:pt modelId="{ABF48E3B-F23E-4F81-AFF1-143A4DD4E90B}" type="pres">
      <dgm:prSet presAssocID="{08FD2F8C-6F10-43FC-AA6D-DE5629A2A747}" presName="linearFlow" presStyleCnt="0">
        <dgm:presLayoutVars>
          <dgm:dir/>
          <dgm:resizeHandles val="exact"/>
        </dgm:presLayoutVars>
      </dgm:prSet>
      <dgm:spPr/>
    </dgm:pt>
    <dgm:pt modelId="{B7417CA3-3BDB-468A-9EA3-86920D5122EB}" type="pres">
      <dgm:prSet presAssocID="{0EA9C79F-331A-4C58-A194-1DE66AFEB702}" presName="composite" presStyleCnt="0"/>
      <dgm:spPr/>
    </dgm:pt>
    <dgm:pt modelId="{BA156637-2523-40BF-972A-C2FD980774D4}" type="pres">
      <dgm:prSet presAssocID="{0EA9C79F-331A-4C58-A194-1DE66AFEB702}" presName="imgShp" presStyleLbl="fgImgPlace1" presStyleIdx="0" presStyleCnt="1"/>
      <dgm:spPr>
        <a:blipFill rotWithShape="1">
          <a:blip xmlns:r="http://schemas.openxmlformats.org/officeDocument/2006/relationships" r:embed="rId1"/>
          <a:srcRect/>
          <a:stretch>
            <a:fillRect l="-8000" r="-8000"/>
          </a:stretch>
        </a:blipFill>
      </dgm:spPr>
    </dgm:pt>
    <dgm:pt modelId="{438DA0A1-035F-44E7-B000-B11620CAE827}" type="pres">
      <dgm:prSet presAssocID="{0EA9C79F-331A-4C58-A194-1DE66AFEB702}" presName="txShp" presStyleLbl="node1" presStyleIdx="0" presStyleCnt="1">
        <dgm:presLayoutVars>
          <dgm:bulletEnabled val="1"/>
        </dgm:presLayoutVars>
      </dgm:prSet>
      <dgm:spPr/>
    </dgm:pt>
  </dgm:ptLst>
  <dgm:cxnLst>
    <dgm:cxn modelId="{6BE40D2B-D6FE-463F-BD5B-E757BC50B560}" srcId="{08FD2F8C-6F10-43FC-AA6D-DE5629A2A747}" destId="{0EA9C79F-331A-4C58-A194-1DE66AFEB702}" srcOrd="0" destOrd="0" parTransId="{3447629E-A00A-4722-9BA0-4B5BF799FE16}" sibTransId="{FF3CBA6A-1710-406A-A994-65F69525D3D4}"/>
    <dgm:cxn modelId="{68A9F6C3-DB11-47B1-9468-3F1F6FF1318C}" type="presOf" srcId="{0EA9C79F-331A-4C58-A194-1DE66AFEB702}" destId="{438DA0A1-035F-44E7-B000-B11620CAE827}" srcOrd="0" destOrd="0" presId="urn:microsoft.com/office/officeart/2005/8/layout/vList3"/>
    <dgm:cxn modelId="{A41689E4-FFA5-4003-A456-E03CF7483572}" type="presOf" srcId="{08FD2F8C-6F10-43FC-AA6D-DE5629A2A747}" destId="{ABF48E3B-F23E-4F81-AFF1-143A4DD4E90B}" srcOrd="0" destOrd="0" presId="urn:microsoft.com/office/officeart/2005/8/layout/vList3"/>
    <dgm:cxn modelId="{8D6F7130-7D73-4E83-AB52-DC05E1997C49}" type="presParOf" srcId="{ABF48E3B-F23E-4F81-AFF1-143A4DD4E90B}" destId="{B7417CA3-3BDB-468A-9EA3-86920D5122EB}" srcOrd="0" destOrd="0" presId="urn:microsoft.com/office/officeart/2005/8/layout/vList3"/>
    <dgm:cxn modelId="{4ED8ED7B-E733-420C-8DFA-AEF7F49A4945}" type="presParOf" srcId="{B7417CA3-3BDB-468A-9EA3-86920D5122EB}" destId="{BA156637-2523-40BF-972A-C2FD980774D4}" srcOrd="0" destOrd="0" presId="urn:microsoft.com/office/officeart/2005/8/layout/vList3"/>
    <dgm:cxn modelId="{C82C75EB-0396-419A-8363-C50A7FF87466}" type="presParOf" srcId="{B7417CA3-3BDB-468A-9EA3-86920D5122EB}" destId="{438DA0A1-035F-44E7-B000-B11620CAE82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03DF5F-F886-452E-8AFC-8CEC2A37475A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AE34691-41C0-428B-A77D-78F5D1B018B8}">
      <dgm:prSet/>
      <dgm:spPr/>
      <dgm:t>
        <a:bodyPr/>
        <a:lstStyle/>
        <a:p>
          <a:r>
            <a:rPr lang="en-US" b="1" i="0" dirty="0"/>
            <a:t>PROBLEM </a:t>
          </a:r>
          <a:endParaRPr lang="en-US" dirty="0"/>
        </a:p>
      </dgm:t>
    </dgm:pt>
    <dgm:pt modelId="{7B001B05-6786-446F-A921-E9E1B5CFC6FB}" type="parTrans" cxnId="{BBB4C351-FE7D-4654-9D1A-4D04A74F03EB}">
      <dgm:prSet/>
      <dgm:spPr/>
      <dgm:t>
        <a:bodyPr/>
        <a:lstStyle/>
        <a:p>
          <a:endParaRPr lang="en-US"/>
        </a:p>
      </dgm:t>
    </dgm:pt>
    <dgm:pt modelId="{8E56D2AA-E06E-4416-A72D-7750D73882F7}" type="sibTrans" cxnId="{BBB4C351-FE7D-4654-9D1A-4D04A74F03EB}">
      <dgm:prSet/>
      <dgm:spPr/>
      <dgm:t>
        <a:bodyPr/>
        <a:lstStyle/>
        <a:p>
          <a:endParaRPr lang="en-US"/>
        </a:p>
      </dgm:t>
    </dgm:pt>
    <dgm:pt modelId="{A9303FB4-81F5-4165-8C7A-6624D7554542}">
      <dgm:prSet/>
      <dgm:spPr/>
      <dgm:t>
        <a:bodyPr/>
        <a:lstStyle/>
        <a:p>
          <a:r>
            <a:rPr lang="en-US" b="1" i="0" dirty="0"/>
            <a:t>SOLUTION </a:t>
          </a:r>
          <a:endParaRPr lang="en-US" dirty="0"/>
        </a:p>
      </dgm:t>
    </dgm:pt>
    <dgm:pt modelId="{E517CF10-9983-43E4-8B26-262D863BBB26}" type="parTrans" cxnId="{C944E461-46EE-43FC-B167-AE56C1F1A046}">
      <dgm:prSet/>
      <dgm:spPr/>
      <dgm:t>
        <a:bodyPr/>
        <a:lstStyle/>
        <a:p>
          <a:endParaRPr lang="en-US"/>
        </a:p>
      </dgm:t>
    </dgm:pt>
    <dgm:pt modelId="{F8E59C5D-8538-4256-9787-D208F8B50D07}" type="sibTrans" cxnId="{C944E461-46EE-43FC-B167-AE56C1F1A046}">
      <dgm:prSet/>
      <dgm:spPr/>
      <dgm:t>
        <a:bodyPr/>
        <a:lstStyle/>
        <a:p>
          <a:endParaRPr lang="en-US"/>
        </a:p>
      </dgm:t>
    </dgm:pt>
    <dgm:pt modelId="{DC6796D8-D737-4A48-9C6B-9327FEAD1B4C}">
      <dgm:prSet/>
      <dgm:spPr/>
      <dgm:t>
        <a:bodyPr/>
        <a:lstStyle/>
        <a:p>
          <a:r>
            <a:rPr lang="en-US" b="1" i="0" dirty="0"/>
            <a:t>VALUE</a:t>
          </a:r>
          <a:endParaRPr lang="en-US" dirty="0"/>
        </a:p>
      </dgm:t>
    </dgm:pt>
    <dgm:pt modelId="{DB8D7F73-72B6-4205-8369-333BBC4BC694}" type="parTrans" cxnId="{0BAACAF3-6F66-4E78-A0B3-838832890F02}">
      <dgm:prSet/>
      <dgm:spPr/>
      <dgm:t>
        <a:bodyPr/>
        <a:lstStyle/>
        <a:p>
          <a:endParaRPr lang="en-US"/>
        </a:p>
      </dgm:t>
    </dgm:pt>
    <dgm:pt modelId="{05436852-23A5-4BCA-9231-0E0D499D564E}" type="sibTrans" cxnId="{0BAACAF3-6F66-4E78-A0B3-838832890F02}">
      <dgm:prSet/>
      <dgm:spPr/>
      <dgm:t>
        <a:bodyPr/>
        <a:lstStyle/>
        <a:p>
          <a:endParaRPr lang="en-US"/>
        </a:p>
      </dgm:t>
    </dgm:pt>
    <dgm:pt modelId="{666D4D08-C77A-44BD-8995-A579D11F1932}" type="pres">
      <dgm:prSet presAssocID="{0103DF5F-F886-452E-8AFC-8CEC2A37475A}" presName="Name0" presStyleCnt="0">
        <dgm:presLayoutVars>
          <dgm:dir val="rev"/>
          <dgm:resizeHandles val="exact"/>
        </dgm:presLayoutVars>
      </dgm:prSet>
      <dgm:spPr/>
    </dgm:pt>
    <dgm:pt modelId="{204FD1B1-454E-41A2-83DC-CC64C359D892}" type="pres">
      <dgm:prSet presAssocID="{0103DF5F-F886-452E-8AFC-8CEC2A37475A}" presName="arrow" presStyleLbl="bgShp" presStyleIdx="0" presStyleCnt="1"/>
      <dgm:spPr/>
    </dgm:pt>
    <dgm:pt modelId="{8A729E19-5970-4BC4-9FCD-0CA7E06D79DE}" type="pres">
      <dgm:prSet presAssocID="{0103DF5F-F886-452E-8AFC-8CEC2A37475A}" presName="points" presStyleCnt="0"/>
      <dgm:spPr/>
    </dgm:pt>
    <dgm:pt modelId="{E4EACAEE-5D80-48FA-B644-6C2CF5A446D6}" type="pres">
      <dgm:prSet presAssocID="{7AE34691-41C0-428B-A77D-78F5D1B018B8}" presName="compositeA" presStyleCnt="0"/>
      <dgm:spPr/>
    </dgm:pt>
    <dgm:pt modelId="{B971CE72-E4CA-4D36-8C89-9A44C71CA69B}" type="pres">
      <dgm:prSet presAssocID="{7AE34691-41C0-428B-A77D-78F5D1B018B8}" presName="textA" presStyleLbl="revTx" presStyleIdx="0" presStyleCnt="3">
        <dgm:presLayoutVars>
          <dgm:bulletEnabled val="1"/>
        </dgm:presLayoutVars>
      </dgm:prSet>
      <dgm:spPr/>
    </dgm:pt>
    <dgm:pt modelId="{D4BCDB67-EB12-4EA7-949D-44A4F73F9C49}" type="pres">
      <dgm:prSet presAssocID="{7AE34691-41C0-428B-A77D-78F5D1B018B8}" presName="circleA" presStyleLbl="node1" presStyleIdx="0" presStyleCnt="3"/>
      <dgm:spPr/>
    </dgm:pt>
    <dgm:pt modelId="{1F9BB709-F718-437F-BF74-B2C555C94DDD}" type="pres">
      <dgm:prSet presAssocID="{7AE34691-41C0-428B-A77D-78F5D1B018B8}" presName="spaceA" presStyleCnt="0"/>
      <dgm:spPr/>
    </dgm:pt>
    <dgm:pt modelId="{2C5B22D0-5613-479A-8373-41634EC0CFCC}" type="pres">
      <dgm:prSet presAssocID="{8E56D2AA-E06E-4416-A72D-7750D73882F7}" presName="space" presStyleCnt="0"/>
      <dgm:spPr/>
    </dgm:pt>
    <dgm:pt modelId="{CC05468A-47C4-4C87-9B95-36373CFC81C7}" type="pres">
      <dgm:prSet presAssocID="{A9303FB4-81F5-4165-8C7A-6624D7554542}" presName="compositeB" presStyleCnt="0"/>
      <dgm:spPr/>
    </dgm:pt>
    <dgm:pt modelId="{01196CED-5F62-44CE-8B5E-2959E926EA7C}" type="pres">
      <dgm:prSet presAssocID="{A9303FB4-81F5-4165-8C7A-6624D7554542}" presName="textB" presStyleLbl="revTx" presStyleIdx="1" presStyleCnt="3">
        <dgm:presLayoutVars>
          <dgm:bulletEnabled val="1"/>
        </dgm:presLayoutVars>
      </dgm:prSet>
      <dgm:spPr/>
    </dgm:pt>
    <dgm:pt modelId="{F0BD9625-A608-4170-B635-FDF9FE879A00}" type="pres">
      <dgm:prSet presAssocID="{A9303FB4-81F5-4165-8C7A-6624D7554542}" presName="circleB" presStyleLbl="node1" presStyleIdx="1" presStyleCnt="3"/>
      <dgm:spPr/>
    </dgm:pt>
    <dgm:pt modelId="{DDD97770-09D3-4C82-ADEE-7341B4121C55}" type="pres">
      <dgm:prSet presAssocID="{A9303FB4-81F5-4165-8C7A-6624D7554542}" presName="spaceB" presStyleCnt="0"/>
      <dgm:spPr/>
    </dgm:pt>
    <dgm:pt modelId="{C63BB9B3-A3B1-40B0-9F90-339164D59EE6}" type="pres">
      <dgm:prSet presAssocID="{F8E59C5D-8538-4256-9787-D208F8B50D07}" presName="space" presStyleCnt="0"/>
      <dgm:spPr/>
    </dgm:pt>
    <dgm:pt modelId="{F824E96A-88BB-4412-91D2-35B054628C03}" type="pres">
      <dgm:prSet presAssocID="{DC6796D8-D737-4A48-9C6B-9327FEAD1B4C}" presName="compositeA" presStyleCnt="0"/>
      <dgm:spPr/>
    </dgm:pt>
    <dgm:pt modelId="{6F7F8592-CCE6-4533-A7DC-A6532290A625}" type="pres">
      <dgm:prSet presAssocID="{DC6796D8-D737-4A48-9C6B-9327FEAD1B4C}" presName="textA" presStyleLbl="revTx" presStyleIdx="2" presStyleCnt="3">
        <dgm:presLayoutVars>
          <dgm:bulletEnabled val="1"/>
        </dgm:presLayoutVars>
      </dgm:prSet>
      <dgm:spPr/>
    </dgm:pt>
    <dgm:pt modelId="{ABEEC5E9-114B-44EE-A82E-E735D7E15132}" type="pres">
      <dgm:prSet presAssocID="{DC6796D8-D737-4A48-9C6B-9327FEAD1B4C}" presName="circleA" presStyleLbl="node1" presStyleIdx="2" presStyleCnt="3"/>
      <dgm:spPr/>
    </dgm:pt>
    <dgm:pt modelId="{8D1A1845-8079-4EE7-9F3B-27B1A13B306C}" type="pres">
      <dgm:prSet presAssocID="{DC6796D8-D737-4A48-9C6B-9327FEAD1B4C}" presName="spaceA" presStyleCnt="0"/>
      <dgm:spPr/>
    </dgm:pt>
  </dgm:ptLst>
  <dgm:cxnLst>
    <dgm:cxn modelId="{CAFD3E1C-1724-4912-9D50-CAD61392AF2F}" type="presOf" srcId="{0103DF5F-F886-452E-8AFC-8CEC2A37475A}" destId="{666D4D08-C77A-44BD-8995-A579D11F1932}" srcOrd="0" destOrd="0" presId="urn:microsoft.com/office/officeart/2005/8/layout/hProcess11"/>
    <dgm:cxn modelId="{ED36DE2A-BA2C-4666-86F0-AC5CCE88E133}" type="presOf" srcId="{DC6796D8-D737-4A48-9C6B-9327FEAD1B4C}" destId="{6F7F8592-CCE6-4533-A7DC-A6532290A625}" srcOrd="0" destOrd="0" presId="urn:microsoft.com/office/officeart/2005/8/layout/hProcess11"/>
    <dgm:cxn modelId="{C944E461-46EE-43FC-B167-AE56C1F1A046}" srcId="{0103DF5F-F886-452E-8AFC-8CEC2A37475A}" destId="{A9303FB4-81F5-4165-8C7A-6624D7554542}" srcOrd="1" destOrd="0" parTransId="{E517CF10-9983-43E4-8B26-262D863BBB26}" sibTransId="{F8E59C5D-8538-4256-9787-D208F8B50D07}"/>
    <dgm:cxn modelId="{DA91A04F-3CF4-410E-AB92-99A5B01BD0D3}" type="presOf" srcId="{7AE34691-41C0-428B-A77D-78F5D1B018B8}" destId="{B971CE72-E4CA-4D36-8C89-9A44C71CA69B}" srcOrd="0" destOrd="0" presId="urn:microsoft.com/office/officeart/2005/8/layout/hProcess11"/>
    <dgm:cxn modelId="{BBB4C351-FE7D-4654-9D1A-4D04A74F03EB}" srcId="{0103DF5F-F886-452E-8AFC-8CEC2A37475A}" destId="{7AE34691-41C0-428B-A77D-78F5D1B018B8}" srcOrd="0" destOrd="0" parTransId="{7B001B05-6786-446F-A921-E9E1B5CFC6FB}" sibTransId="{8E56D2AA-E06E-4416-A72D-7750D73882F7}"/>
    <dgm:cxn modelId="{602E7986-AA29-48DE-B496-1EF3EADF70AA}" type="presOf" srcId="{A9303FB4-81F5-4165-8C7A-6624D7554542}" destId="{01196CED-5F62-44CE-8B5E-2959E926EA7C}" srcOrd="0" destOrd="0" presId="urn:microsoft.com/office/officeart/2005/8/layout/hProcess11"/>
    <dgm:cxn modelId="{0BAACAF3-6F66-4E78-A0B3-838832890F02}" srcId="{0103DF5F-F886-452E-8AFC-8CEC2A37475A}" destId="{DC6796D8-D737-4A48-9C6B-9327FEAD1B4C}" srcOrd="2" destOrd="0" parTransId="{DB8D7F73-72B6-4205-8369-333BBC4BC694}" sibTransId="{05436852-23A5-4BCA-9231-0E0D499D564E}"/>
    <dgm:cxn modelId="{E55AE478-F554-45D0-AD5F-8D1B3AB068A9}" type="presParOf" srcId="{666D4D08-C77A-44BD-8995-A579D11F1932}" destId="{204FD1B1-454E-41A2-83DC-CC64C359D892}" srcOrd="0" destOrd="0" presId="urn:microsoft.com/office/officeart/2005/8/layout/hProcess11"/>
    <dgm:cxn modelId="{9B6C5EDE-6844-472E-99B1-1B434FF59D8E}" type="presParOf" srcId="{666D4D08-C77A-44BD-8995-A579D11F1932}" destId="{8A729E19-5970-4BC4-9FCD-0CA7E06D79DE}" srcOrd="1" destOrd="0" presId="urn:microsoft.com/office/officeart/2005/8/layout/hProcess11"/>
    <dgm:cxn modelId="{6A4853F4-FD79-4CD8-A288-1DE83D72836A}" type="presParOf" srcId="{8A729E19-5970-4BC4-9FCD-0CA7E06D79DE}" destId="{E4EACAEE-5D80-48FA-B644-6C2CF5A446D6}" srcOrd="0" destOrd="0" presId="urn:microsoft.com/office/officeart/2005/8/layout/hProcess11"/>
    <dgm:cxn modelId="{D995354D-A79F-4140-9A06-C348BE4BA5BE}" type="presParOf" srcId="{E4EACAEE-5D80-48FA-B644-6C2CF5A446D6}" destId="{B971CE72-E4CA-4D36-8C89-9A44C71CA69B}" srcOrd="0" destOrd="0" presId="urn:microsoft.com/office/officeart/2005/8/layout/hProcess11"/>
    <dgm:cxn modelId="{66383618-6C12-4E73-9CF2-A6BE6B47D86C}" type="presParOf" srcId="{E4EACAEE-5D80-48FA-B644-6C2CF5A446D6}" destId="{D4BCDB67-EB12-4EA7-949D-44A4F73F9C49}" srcOrd="1" destOrd="0" presId="urn:microsoft.com/office/officeart/2005/8/layout/hProcess11"/>
    <dgm:cxn modelId="{36DEB6C2-0115-4282-8EAA-31938801245E}" type="presParOf" srcId="{E4EACAEE-5D80-48FA-B644-6C2CF5A446D6}" destId="{1F9BB709-F718-437F-BF74-B2C555C94DDD}" srcOrd="2" destOrd="0" presId="urn:microsoft.com/office/officeart/2005/8/layout/hProcess11"/>
    <dgm:cxn modelId="{DC8D7233-BEAB-4D5F-9998-B08CB4F196D1}" type="presParOf" srcId="{8A729E19-5970-4BC4-9FCD-0CA7E06D79DE}" destId="{2C5B22D0-5613-479A-8373-41634EC0CFCC}" srcOrd="1" destOrd="0" presId="urn:microsoft.com/office/officeart/2005/8/layout/hProcess11"/>
    <dgm:cxn modelId="{43D0235C-3EC5-490C-9B6A-E295325ED8FC}" type="presParOf" srcId="{8A729E19-5970-4BC4-9FCD-0CA7E06D79DE}" destId="{CC05468A-47C4-4C87-9B95-36373CFC81C7}" srcOrd="2" destOrd="0" presId="urn:microsoft.com/office/officeart/2005/8/layout/hProcess11"/>
    <dgm:cxn modelId="{600FEB03-2E8F-4D03-BA94-B917C7479D66}" type="presParOf" srcId="{CC05468A-47C4-4C87-9B95-36373CFC81C7}" destId="{01196CED-5F62-44CE-8B5E-2959E926EA7C}" srcOrd="0" destOrd="0" presId="urn:microsoft.com/office/officeart/2005/8/layout/hProcess11"/>
    <dgm:cxn modelId="{B87AF24F-76D3-41FB-9296-0F7710FEED07}" type="presParOf" srcId="{CC05468A-47C4-4C87-9B95-36373CFC81C7}" destId="{F0BD9625-A608-4170-B635-FDF9FE879A00}" srcOrd="1" destOrd="0" presId="urn:microsoft.com/office/officeart/2005/8/layout/hProcess11"/>
    <dgm:cxn modelId="{9126B5CB-2A59-4C02-B531-8A81BE04CF24}" type="presParOf" srcId="{CC05468A-47C4-4C87-9B95-36373CFC81C7}" destId="{DDD97770-09D3-4C82-ADEE-7341B4121C55}" srcOrd="2" destOrd="0" presId="urn:microsoft.com/office/officeart/2005/8/layout/hProcess11"/>
    <dgm:cxn modelId="{F360A367-2644-428D-ADB2-09E60DFA44EB}" type="presParOf" srcId="{8A729E19-5970-4BC4-9FCD-0CA7E06D79DE}" destId="{C63BB9B3-A3B1-40B0-9F90-339164D59EE6}" srcOrd="3" destOrd="0" presId="urn:microsoft.com/office/officeart/2005/8/layout/hProcess11"/>
    <dgm:cxn modelId="{7EDDADAC-A23A-4668-B968-202D2169344C}" type="presParOf" srcId="{8A729E19-5970-4BC4-9FCD-0CA7E06D79DE}" destId="{F824E96A-88BB-4412-91D2-35B054628C03}" srcOrd="4" destOrd="0" presId="urn:microsoft.com/office/officeart/2005/8/layout/hProcess11"/>
    <dgm:cxn modelId="{879DD666-AC9E-4FAA-8AD5-29FF401A0654}" type="presParOf" srcId="{F824E96A-88BB-4412-91D2-35B054628C03}" destId="{6F7F8592-CCE6-4533-A7DC-A6532290A625}" srcOrd="0" destOrd="0" presId="urn:microsoft.com/office/officeart/2005/8/layout/hProcess11"/>
    <dgm:cxn modelId="{470A6BB7-C977-4B4E-AC93-89DEA5F6E1D0}" type="presParOf" srcId="{F824E96A-88BB-4412-91D2-35B054628C03}" destId="{ABEEC5E9-114B-44EE-A82E-E735D7E15132}" srcOrd="1" destOrd="0" presId="urn:microsoft.com/office/officeart/2005/8/layout/hProcess11"/>
    <dgm:cxn modelId="{F531594B-BDB9-4232-9A1D-86CFF1154BD9}" type="presParOf" srcId="{F824E96A-88BB-4412-91D2-35B054628C03}" destId="{8D1A1845-8079-4EE7-9F3B-27B1A13B306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2B0E45-AB4F-4441-86A1-DB647EE8578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E119D2-AF00-4ED6-A325-3ADC7C0041C5}">
      <dgm:prSet/>
      <dgm:spPr/>
      <dgm:t>
        <a:bodyPr/>
        <a:lstStyle/>
        <a:p>
          <a:r>
            <a:rPr lang="en-US" b="1" dirty="0"/>
            <a:t>Partners List:</a:t>
          </a:r>
          <a:endParaRPr lang="en-US" dirty="0"/>
        </a:p>
      </dgm:t>
    </dgm:pt>
    <dgm:pt modelId="{FDE4FCB8-4AE9-4B0B-AFDE-D40D2624A946}" type="sibTrans" cxnId="{C04BAD37-1663-4850-8941-84E917BAE38D}">
      <dgm:prSet/>
      <dgm:spPr/>
      <dgm:t>
        <a:bodyPr/>
        <a:lstStyle/>
        <a:p>
          <a:endParaRPr lang="en-US"/>
        </a:p>
      </dgm:t>
    </dgm:pt>
    <dgm:pt modelId="{37530497-B960-40FB-88B6-8AECB0D46424}" type="parTrans" cxnId="{C04BAD37-1663-4850-8941-84E917BAE38D}">
      <dgm:prSet/>
      <dgm:spPr/>
      <dgm:t>
        <a:bodyPr/>
        <a:lstStyle/>
        <a:p>
          <a:endParaRPr lang="en-US"/>
        </a:p>
      </dgm:t>
    </dgm:pt>
    <dgm:pt modelId="{8200DBE3-644E-4D04-B786-9EFF0285BA28}" type="pres">
      <dgm:prSet presAssocID="{702B0E45-AB4F-4441-86A1-DB647EE85787}" presName="linearFlow" presStyleCnt="0">
        <dgm:presLayoutVars>
          <dgm:dir val="rev"/>
          <dgm:resizeHandles val="exact"/>
        </dgm:presLayoutVars>
      </dgm:prSet>
      <dgm:spPr/>
    </dgm:pt>
    <dgm:pt modelId="{F2A1888B-373C-4A2B-8969-8ADA3FFAE200}" type="pres">
      <dgm:prSet presAssocID="{A6E119D2-AF00-4ED6-A325-3ADC7C0041C5}" presName="composite" presStyleCnt="0"/>
      <dgm:spPr/>
    </dgm:pt>
    <dgm:pt modelId="{36DD0DB0-63D3-43B6-A031-7BEAE1FE0955}" type="pres">
      <dgm:prSet presAssocID="{A6E119D2-AF00-4ED6-A325-3ADC7C0041C5}" presName="imgShp" presStyleLbl="fgImgPlace1" presStyleIdx="0" presStyleCnt="1" custLinFactNeighborX="11047" custLinFactNeighborY="-2055"/>
      <dgm:spPr>
        <a:blipFill rotWithShape="1">
          <a:blip xmlns:r="http://schemas.openxmlformats.org/officeDocument/2006/relationships" r:embed="rId1"/>
          <a:srcRect/>
          <a:stretch>
            <a:fillRect t="-48000" b="-48000"/>
          </a:stretch>
        </a:blipFill>
      </dgm:spPr>
    </dgm:pt>
    <dgm:pt modelId="{FCB28B9C-CE80-4090-8942-462953C82E72}" type="pres">
      <dgm:prSet presAssocID="{A6E119D2-AF00-4ED6-A325-3ADC7C0041C5}" presName="txShp" presStyleLbl="node1" presStyleIdx="0" presStyleCnt="1" custScaleX="115485" custScaleY="74796" custLinFactNeighborX="-8283" custLinFactNeighborY="-4371">
        <dgm:presLayoutVars>
          <dgm:bulletEnabled val="1"/>
        </dgm:presLayoutVars>
      </dgm:prSet>
      <dgm:spPr/>
    </dgm:pt>
  </dgm:ptLst>
  <dgm:cxnLst>
    <dgm:cxn modelId="{AEA30E23-5D4F-45A6-B092-A7D6213BA53C}" type="presOf" srcId="{702B0E45-AB4F-4441-86A1-DB647EE85787}" destId="{8200DBE3-644E-4D04-B786-9EFF0285BA28}" srcOrd="0" destOrd="0" presId="urn:microsoft.com/office/officeart/2005/8/layout/vList3"/>
    <dgm:cxn modelId="{C04BAD37-1663-4850-8941-84E917BAE38D}" srcId="{702B0E45-AB4F-4441-86A1-DB647EE85787}" destId="{A6E119D2-AF00-4ED6-A325-3ADC7C0041C5}" srcOrd="0" destOrd="0" parTransId="{37530497-B960-40FB-88B6-8AECB0D46424}" sibTransId="{FDE4FCB8-4AE9-4B0B-AFDE-D40D2624A946}"/>
    <dgm:cxn modelId="{A06F98BE-C157-4895-B5D4-082EC0CB5044}" type="presOf" srcId="{A6E119D2-AF00-4ED6-A325-3ADC7C0041C5}" destId="{FCB28B9C-CE80-4090-8942-462953C82E72}" srcOrd="0" destOrd="0" presId="urn:microsoft.com/office/officeart/2005/8/layout/vList3"/>
    <dgm:cxn modelId="{FC36E61B-730D-482F-9530-25DC99DE4032}" type="presParOf" srcId="{8200DBE3-644E-4D04-B786-9EFF0285BA28}" destId="{F2A1888B-373C-4A2B-8969-8ADA3FFAE200}" srcOrd="0" destOrd="0" presId="urn:microsoft.com/office/officeart/2005/8/layout/vList3"/>
    <dgm:cxn modelId="{DE7AFDCF-B035-43CF-9D85-A5E9BBA6A65D}" type="presParOf" srcId="{F2A1888B-373C-4A2B-8969-8ADA3FFAE200}" destId="{36DD0DB0-63D3-43B6-A031-7BEAE1FE0955}" srcOrd="0" destOrd="0" presId="urn:microsoft.com/office/officeart/2005/8/layout/vList3"/>
    <dgm:cxn modelId="{DCF1C109-0442-4AD6-A7FF-6DBA9F1E98C3}" type="presParOf" srcId="{F2A1888B-373C-4A2B-8969-8ADA3FFAE200}" destId="{FCB28B9C-CE80-4090-8942-462953C82E7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BCA9C0-8E6A-47A8-A215-FC89EBA6CF5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F2FC7F4-256E-420D-89C1-DB42ACBB0257}">
      <dgm:prSet/>
      <dgm:spPr/>
      <dgm:t>
        <a:bodyPr/>
        <a:lstStyle/>
        <a:p>
          <a:r>
            <a:rPr lang="en-US" b="1" dirty="0"/>
            <a:t>🎓 STUDENTS</a:t>
          </a:r>
          <a:r>
            <a:rPr lang="en-US" dirty="0"/>
            <a:t> </a:t>
          </a:r>
          <a:r>
            <a:rPr lang="en-US" i="1" dirty="0"/>
            <a:t>(Primary Users)</a:t>
          </a:r>
          <a:endParaRPr lang="en-US" dirty="0"/>
        </a:p>
      </dgm:t>
    </dgm:pt>
    <dgm:pt modelId="{F4E5038F-F1EF-49B0-AEAB-68942B633122}" type="parTrans" cxnId="{1FE2FE3D-6488-47FB-82F6-419AA88490B8}">
      <dgm:prSet/>
      <dgm:spPr/>
      <dgm:t>
        <a:bodyPr/>
        <a:lstStyle/>
        <a:p>
          <a:endParaRPr lang="en-US"/>
        </a:p>
      </dgm:t>
    </dgm:pt>
    <dgm:pt modelId="{461186F5-4DA2-46B5-AC16-3D4663EB0413}" type="sibTrans" cxnId="{1FE2FE3D-6488-47FB-82F6-419AA88490B8}">
      <dgm:prSet/>
      <dgm:spPr/>
      <dgm:t>
        <a:bodyPr/>
        <a:lstStyle/>
        <a:p>
          <a:endParaRPr lang="en-US"/>
        </a:p>
      </dgm:t>
    </dgm:pt>
    <dgm:pt modelId="{F6C2122C-1D82-4340-8AF6-D18E771A7795}">
      <dgm:prSet/>
      <dgm:spPr/>
      <dgm:t>
        <a:bodyPr/>
        <a:lstStyle/>
        <a:p>
          <a:r>
            <a:rPr lang="en-US" dirty="0"/>
            <a:t>Daily commuters needing reliable transport</a:t>
          </a:r>
        </a:p>
      </dgm:t>
    </dgm:pt>
    <dgm:pt modelId="{5BEB495E-55DB-408C-B763-CCA17A664F8E}" type="parTrans" cxnId="{965115F3-F646-415F-9881-2FA690C6C43C}">
      <dgm:prSet/>
      <dgm:spPr/>
      <dgm:t>
        <a:bodyPr/>
        <a:lstStyle/>
        <a:p>
          <a:endParaRPr lang="en-US"/>
        </a:p>
      </dgm:t>
    </dgm:pt>
    <dgm:pt modelId="{53BD246C-B1D5-4309-A91A-ACF241D1BE8A}" type="sibTrans" cxnId="{965115F3-F646-415F-9881-2FA690C6C43C}">
      <dgm:prSet/>
      <dgm:spPr/>
      <dgm:t>
        <a:bodyPr/>
        <a:lstStyle/>
        <a:p>
          <a:endParaRPr lang="en-US"/>
        </a:p>
      </dgm:t>
    </dgm:pt>
    <dgm:pt modelId="{35BADFFF-2086-4A72-8BE5-146FD4D86264}">
      <dgm:prSet/>
      <dgm:spPr/>
      <dgm:t>
        <a:bodyPr/>
        <a:lstStyle/>
        <a:p>
          <a:r>
            <a:rPr lang="en-US" dirty="0"/>
            <a:t>Value: Time savings, reduced stress, predictability</a:t>
          </a:r>
        </a:p>
      </dgm:t>
    </dgm:pt>
    <dgm:pt modelId="{CC0A8C00-FCA3-446A-8398-ED009898C996}" type="parTrans" cxnId="{38F65509-1AD2-4749-B8D3-548986B8E722}">
      <dgm:prSet/>
      <dgm:spPr/>
      <dgm:t>
        <a:bodyPr/>
        <a:lstStyle/>
        <a:p>
          <a:endParaRPr lang="en-US"/>
        </a:p>
      </dgm:t>
    </dgm:pt>
    <dgm:pt modelId="{67A852E2-7DD8-4756-AA6B-F9B32F34539D}" type="sibTrans" cxnId="{38F65509-1AD2-4749-B8D3-548986B8E722}">
      <dgm:prSet/>
      <dgm:spPr/>
      <dgm:t>
        <a:bodyPr/>
        <a:lstStyle/>
        <a:p>
          <a:endParaRPr lang="en-US"/>
        </a:p>
      </dgm:t>
    </dgm:pt>
    <dgm:pt modelId="{151F103A-4144-4DA7-A9A6-FE663611EB90}">
      <dgm:prSet/>
      <dgm:spPr/>
      <dgm:t>
        <a:bodyPr/>
        <a:lstStyle/>
        <a:p>
          <a:r>
            <a:rPr lang="en-US" b="1" dirty="0"/>
            <a:t>🏛️ UNIVERSITIES</a:t>
          </a:r>
          <a:r>
            <a:rPr lang="en-US" dirty="0"/>
            <a:t> </a:t>
          </a:r>
          <a:r>
            <a:rPr lang="en-US" i="1" dirty="0"/>
            <a:t>(Primary Partners)</a:t>
          </a:r>
          <a:endParaRPr lang="en-US" dirty="0"/>
        </a:p>
      </dgm:t>
    </dgm:pt>
    <dgm:pt modelId="{437E308F-37B8-4C31-B576-63D302306182}" type="parTrans" cxnId="{AC007990-8A9A-47E3-8CD8-ACAA374097AF}">
      <dgm:prSet/>
      <dgm:spPr/>
      <dgm:t>
        <a:bodyPr/>
        <a:lstStyle/>
        <a:p>
          <a:endParaRPr lang="en-US"/>
        </a:p>
      </dgm:t>
    </dgm:pt>
    <dgm:pt modelId="{7F0816CC-3BBC-41BA-9C88-1BF7E4BEB360}" type="sibTrans" cxnId="{AC007990-8A9A-47E3-8CD8-ACAA374097AF}">
      <dgm:prSet/>
      <dgm:spPr/>
      <dgm:t>
        <a:bodyPr/>
        <a:lstStyle/>
        <a:p>
          <a:endParaRPr lang="en-US"/>
        </a:p>
      </dgm:t>
    </dgm:pt>
    <dgm:pt modelId="{A3B91A1A-23A3-482D-AA55-8210B95C00B7}">
      <dgm:prSet/>
      <dgm:spPr/>
      <dgm:t>
        <a:bodyPr/>
        <a:lstStyle/>
        <a:p>
          <a:r>
            <a:rPr lang="en-US" dirty="0"/>
            <a:t>Institutions needing better transport management</a:t>
          </a:r>
        </a:p>
      </dgm:t>
    </dgm:pt>
    <dgm:pt modelId="{3100C77D-72E7-4536-BB1D-E1FC0053D70B}" type="parTrans" cxnId="{09F4E1A3-19FC-4539-8B9B-349D46EC36E3}">
      <dgm:prSet/>
      <dgm:spPr/>
      <dgm:t>
        <a:bodyPr/>
        <a:lstStyle/>
        <a:p>
          <a:endParaRPr lang="en-US"/>
        </a:p>
      </dgm:t>
    </dgm:pt>
    <dgm:pt modelId="{1A4E05E3-F802-4112-B176-E3BE9BF579A0}" type="sibTrans" cxnId="{09F4E1A3-19FC-4539-8B9B-349D46EC36E3}">
      <dgm:prSet/>
      <dgm:spPr/>
      <dgm:t>
        <a:bodyPr/>
        <a:lstStyle/>
        <a:p>
          <a:endParaRPr lang="en-US"/>
        </a:p>
      </dgm:t>
    </dgm:pt>
    <dgm:pt modelId="{3CA94047-CF75-4B3C-ABE2-569DB49B6765}">
      <dgm:prSet/>
      <dgm:spPr/>
      <dgm:t>
        <a:bodyPr/>
        <a:lstStyle/>
        <a:p>
          <a:r>
            <a:rPr lang="en-US" dirty="0"/>
            <a:t>Value: Improved services, student satisfaction, safety</a:t>
          </a:r>
        </a:p>
      </dgm:t>
    </dgm:pt>
    <dgm:pt modelId="{A5C63B70-0BCF-42CE-B471-1823E16F84C2}" type="parTrans" cxnId="{B38FA751-D0C8-4F89-9B28-E61641C47FA9}">
      <dgm:prSet/>
      <dgm:spPr/>
      <dgm:t>
        <a:bodyPr/>
        <a:lstStyle/>
        <a:p>
          <a:endParaRPr lang="en-US"/>
        </a:p>
      </dgm:t>
    </dgm:pt>
    <dgm:pt modelId="{DD476CC4-8314-4831-BA44-C9CFC44616D6}" type="sibTrans" cxnId="{B38FA751-D0C8-4F89-9B28-E61641C47FA9}">
      <dgm:prSet/>
      <dgm:spPr/>
      <dgm:t>
        <a:bodyPr/>
        <a:lstStyle/>
        <a:p>
          <a:endParaRPr lang="en-US"/>
        </a:p>
      </dgm:t>
    </dgm:pt>
    <dgm:pt modelId="{D71739E1-AC0C-48ED-B593-2505C71B9383}">
      <dgm:prSet/>
      <dgm:spPr/>
      <dgm:t>
        <a:bodyPr/>
        <a:lstStyle/>
        <a:p>
          <a:r>
            <a:rPr lang="en-US" b="1" dirty="0"/>
            <a:t>🚌 TRANSPORT COMPANIES</a:t>
          </a:r>
          <a:r>
            <a:rPr lang="en-US" dirty="0"/>
            <a:t> </a:t>
          </a:r>
          <a:r>
            <a:rPr lang="en-US" i="1" dirty="0"/>
            <a:t>(Secondary Partners)</a:t>
          </a:r>
          <a:endParaRPr lang="en-US" dirty="0"/>
        </a:p>
      </dgm:t>
    </dgm:pt>
    <dgm:pt modelId="{6CA4322E-B30D-454A-A428-B55AC313197A}" type="parTrans" cxnId="{FBDC1E03-8BE8-4C1E-A0F1-F587558BBCCC}">
      <dgm:prSet/>
      <dgm:spPr/>
      <dgm:t>
        <a:bodyPr/>
        <a:lstStyle/>
        <a:p>
          <a:endParaRPr lang="en-US"/>
        </a:p>
      </dgm:t>
    </dgm:pt>
    <dgm:pt modelId="{BE6611D5-1FBB-4BC6-A11D-170E699F4D8F}" type="sibTrans" cxnId="{FBDC1E03-8BE8-4C1E-A0F1-F587558BBCCC}">
      <dgm:prSet/>
      <dgm:spPr/>
      <dgm:t>
        <a:bodyPr/>
        <a:lstStyle/>
        <a:p>
          <a:endParaRPr lang="en-US"/>
        </a:p>
      </dgm:t>
    </dgm:pt>
    <dgm:pt modelId="{4DA7DE23-0B27-4833-A47B-8C4617D99413}">
      <dgm:prSet/>
      <dgm:spPr/>
      <dgm:t>
        <a:bodyPr/>
        <a:lstStyle/>
        <a:p>
          <a:r>
            <a:rPr lang="en-US" dirty="0"/>
            <a:t>Operators needing efficiency tools</a:t>
          </a:r>
        </a:p>
      </dgm:t>
    </dgm:pt>
    <dgm:pt modelId="{768C98C7-80D6-4B7B-BE45-E6C825ADA0FB}" type="parTrans" cxnId="{5C153F4B-5F50-44BD-BCD0-991F86634C9A}">
      <dgm:prSet/>
      <dgm:spPr/>
      <dgm:t>
        <a:bodyPr/>
        <a:lstStyle/>
        <a:p>
          <a:endParaRPr lang="en-US"/>
        </a:p>
      </dgm:t>
    </dgm:pt>
    <dgm:pt modelId="{2C736F12-4293-4AAB-BB47-75587ADC9363}" type="sibTrans" cxnId="{5C153F4B-5F50-44BD-BCD0-991F86634C9A}">
      <dgm:prSet/>
      <dgm:spPr/>
      <dgm:t>
        <a:bodyPr/>
        <a:lstStyle/>
        <a:p>
          <a:endParaRPr lang="en-US"/>
        </a:p>
      </dgm:t>
    </dgm:pt>
    <dgm:pt modelId="{CAC49A0F-D9EE-492E-9358-E6F242DE5C59}">
      <dgm:prSet/>
      <dgm:spPr/>
      <dgm:t>
        <a:bodyPr/>
        <a:lstStyle/>
        <a:p>
          <a:r>
            <a:rPr lang="en-US" dirty="0"/>
            <a:t>Value: Route optimization, customer satisfaction</a:t>
          </a:r>
        </a:p>
      </dgm:t>
    </dgm:pt>
    <dgm:pt modelId="{8AC84D1B-D2D8-4A88-8F1C-92646F172A9E}" type="parTrans" cxnId="{EFA0608D-0BFD-4277-9E46-3F6B8AB59A8F}">
      <dgm:prSet/>
      <dgm:spPr/>
      <dgm:t>
        <a:bodyPr/>
        <a:lstStyle/>
        <a:p>
          <a:endParaRPr lang="en-US"/>
        </a:p>
      </dgm:t>
    </dgm:pt>
    <dgm:pt modelId="{620A660E-6521-454C-A46F-0A28BD5787D6}" type="sibTrans" cxnId="{EFA0608D-0BFD-4277-9E46-3F6B8AB59A8F}">
      <dgm:prSet/>
      <dgm:spPr/>
      <dgm:t>
        <a:bodyPr/>
        <a:lstStyle/>
        <a:p>
          <a:endParaRPr lang="en-US"/>
        </a:p>
      </dgm:t>
    </dgm:pt>
    <dgm:pt modelId="{C5E14AE2-9B30-4372-9587-49A85E88A7E0}">
      <dgm:prSet/>
      <dgm:spPr/>
      <dgm:t>
        <a:bodyPr/>
        <a:lstStyle/>
        <a:p>
          <a:r>
            <a:rPr lang="en-US" b="1" dirty="0"/>
            <a:t>📢 ADVERTISERS</a:t>
          </a:r>
          <a:r>
            <a:rPr lang="en-US" dirty="0"/>
            <a:t> </a:t>
          </a:r>
          <a:r>
            <a:rPr lang="en-US" i="1" dirty="0"/>
            <a:t>(Secondary Customers)</a:t>
          </a:r>
          <a:endParaRPr lang="en-US" dirty="0"/>
        </a:p>
      </dgm:t>
    </dgm:pt>
    <dgm:pt modelId="{9FFB0CBA-DDEF-4218-9A77-51BF34A615C8}" type="parTrans" cxnId="{61B9C5BB-B494-4E0B-95BA-85BA3155AF71}">
      <dgm:prSet/>
      <dgm:spPr/>
      <dgm:t>
        <a:bodyPr/>
        <a:lstStyle/>
        <a:p>
          <a:endParaRPr lang="en-US"/>
        </a:p>
      </dgm:t>
    </dgm:pt>
    <dgm:pt modelId="{30890653-9127-498A-AD39-C9D0621A5055}" type="sibTrans" cxnId="{61B9C5BB-B494-4E0B-95BA-85BA3155AF71}">
      <dgm:prSet/>
      <dgm:spPr/>
      <dgm:t>
        <a:bodyPr/>
        <a:lstStyle/>
        <a:p>
          <a:endParaRPr lang="en-US"/>
        </a:p>
      </dgm:t>
    </dgm:pt>
    <dgm:pt modelId="{C035C447-C846-41D1-9DA7-6FBBD3E9E83D}">
      <dgm:prSet/>
      <dgm:spPr/>
      <dgm:t>
        <a:bodyPr/>
        <a:lstStyle/>
        <a:p>
          <a:r>
            <a:rPr lang="en-US" dirty="0"/>
            <a:t>Businesses wanting student market access</a:t>
          </a:r>
        </a:p>
      </dgm:t>
    </dgm:pt>
    <dgm:pt modelId="{3DFE3F49-980A-4CA1-9D3E-DBD20DD129CD}" type="parTrans" cxnId="{6026F7C3-1118-4B7C-9822-ECAD7A379F39}">
      <dgm:prSet/>
      <dgm:spPr/>
      <dgm:t>
        <a:bodyPr/>
        <a:lstStyle/>
        <a:p>
          <a:endParaRPr lang="en-US"/>
        </a:p>
      </dgm:t>
    </dgm:pt>
    <dgm:pt modelId="{0141D809-82C3-4033-94C9-26B5CC422E56}" type="sibTrans" cxnId="{6026F7C3-1118-4B7C-9822-ECAD7A379F39}">
      <dgm:prSet/>
      <dgm:spPr/>
      <dgm:t>
        <a:bodyPr/>
        <a:lstStyle/>
        <a:p>
          <a:endParaRPr lang="en-US"/>
        </a:p>
      </dgm:t>
    </dgm:pt>
    <dgm:pt modelId="{ECE6CD97-4AB3-4A01-AC11-36F027ACB40F}">
      <dgm:prSet/>
      <dgm:spPr/>
      <dgm:t>
        <a:bodyPr/>
        <a:lstStyle/>
        <a:p>
          <a:r>
            <a:rPr lang="en-US" dirty="0"/>
            <a:t>Value: Targeted advertising platform</a:t>
          </a:r>
        </a:p>
      </dgm:t>
    </dgm:pt>
    <dgm:pt modelId="{C71B8ADC-2FE0-4E88-9D5E-75ADB813265B}" type="parTrans" cxnId="{69B443E6-4F7D-466B-9F0F-63823CFA7153}">
      <dgm:prSet/>
      <dgm:spPr/>
      <dgm:t>
        <a:bodyPr/>
        <a:lstStyle/>
        <a:p>
          <a:endParaRPr lang="en-US"/>
        </a:p>
      </dgm:t>
    </dgm:pt>
    <dgm:pt modelId="{C2A06C5F-E50C-454C-BE74-53E453501892}" type="sibTrans" cxnId="{69B443E6-4F7D-466B-9F0F-63823CFA7153}">
      <dgm:prSet/>
      <dgm:spPr/>
      <dgm:t>
        <a:bodyPr/>
        <a:lstStyle/>
        <a:p>
          <a:endParaRPr lang="en-US"/>
        </a:p>
      </dgm:t>
    </dgm:pt>
    <dgm:pt modelId="{7E9DE4CF-33F2-4422-97E0-B50925F685DA}" type="pres">
      <dgm:prSet presAssocID="{D4BCA9C0-8E6A-47A8-A215-FC89EBA6CF5E}" presName="linear" presStyleCnt="0">
        <dgm:presLayoutVars>
          <dgm:dir/>
          <dgm:animLvl val="lvl"/>
          <dgm:resizeHandles val="exact"/>
        </dgm:presLayoutVars>
      </dgm:prSet>
      <dgm:spPr/>
    </dgm:pt>
    <dgm:pt modelId="{AADC6AB3-4AE0-454D-8FB0-DACE922B0F9C}" type="pres">
      <dgm:prSet presAssocID="{5F2FC7F4-256E-420D-89C1-DB42ACBB0257}" presName="parentLin" presStyleCnt="0"/>
      <dgm:spPr/>
    </dgm:pt>
    <dgm:pt modelId="{A259DCEF-AF0A-485C-BBD1-3CB145F0CFC1}" type="pres">
      <dgm:prSet presAssocID="{5F2FC7F4-256E-420D-89C1-DB42ACBB0257}" presName="parentLeftMargin" presStyleLbl="node1" presStyleIdx="0" presStyleCnt="4"/>
      <dgm:spPr/>
    </dgm:pt>
    <dgm:pt modelId="{7468BEBB-D7F6-47F4-9E98-0F5BEC575B4D}" type="pres">
      <dgm:prSet presAssocID="{5F2FC7F4-256E-420D-89C1-DB42ACBB025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2CDC11-9B51-4F1D-B18B-74E78E6207EF}" type="pres">
      <dgm:prSet presAssocID="{5F2FC7F4-256E-420D-89C1-DB42ACBB0257}" presName="negativeSpace" presStyleCnt="0"/>
      <dgm:spPr/>
    </dgm:pt>
    <dgm:pt modelId="{17CD516F-6252-4F30-AF6F-B153DEADC1F3}" type="pres">
      <dgm:prSet presAssocID="{5F2FC7F4-256E-420D-89C1-DB42ACBB0257}" presName="childText" presStyleLbl="conFgAcc1" presStyleIdx="0" presStyleCnt="4">
        <dgm:presLayoutVars>
          <dgm:bulletEnabled val="1"/>
        </dgm:presLayoutVars>
      </dgm:prSet>
      <dgm:spPr/>
    </dgm:pt>
    <dgm:pt modelId="{DF8BC2BD-CDC5-4654-8337-8A0A7F5C3ED9}" type="pres">
      <dgm:prSet presAssocID="{461186F5-4DA2-46B5-AC16-3D4663EB0413}" presName="spaceBetweenRectangles" presStyleCnt="0"/>
      <dgm:spPr/>
    </dgm:pt>
    <dgm:pt modelId="{7031556A-289C-4339-8905-A30240061834}" type="pres">
      <dgm:prSet presAssocID="{151F103A-4144-4DA7-A9A6-FE663611EB90}" presName="parentLin" presStyleCnt="0"/>
      <dgm:spPr/>
    </dgm:pt>
    <dgm:pt modelId="{45D3340D-E1FC-46A5-B62B-D48912FA5ED7}" type="pres">
      <dgm:prSet presAssocID="{151F103A-4144-4DA7-A9A6-FE663611EB90}" presName="parentLeftMargin" presStyleLbl="node1" presStyleIdx="0" presStyleCnt="4"/>
      <dgm:spPr/>
    </dgm:pt>
    <dgm:pt modelId="{05A01588-E2F6-4968-8452-A0B69D571551}" type="pres">
      <dgm:prSet presAssocID="{151F103A-4144-4DA7-A9A6-FE663611EB9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77D09F4-AE85-4378-B16C-ACB578728E0B}" type="pres">
      <dgm:prSet presAssocID="{151F103A-4144-4DA7-A9A6-FE663611EB90}" presName="negativeSpace" presStyleCnt="0"/>
      <dgm:spPr/>
    </dgm:pt>
    <dgm:pt modelId="{BFE7BCE8-C6E0-4B86-B80B-7593AB9A21BE}" type="pres">
      <dgm:prSet presAssocID="{151F103A-4144-4DA7-A9A6-FE663611EB90}" presName="childText" presStyleLbl="conFgAcc1" presStyleIdx="1" presStyleCnt="4">
        <dgm:presLayoutVars>
          <dgm:bulletEnabled val="1"/>
        </dgm:presLayoutVars>
      </dgm:prSet>
      <dgm:spPr/>
    </dgm:pt>
    <dgm:pt modelId="{CA82F428-83EB-4212-BDD4-8164550816E2}" type="pres">
      <dgm:prSet presAssocID="{7F0816CC-3BBC-41BA-9C88-1BF7E4BEB360}" presName="spaceBetweenRectangles" presStyleCnt="0"/>
      <dgm:spPr/>
    </dgm:pt>
    <dgm:pt modelId="{718F597A-E254-4294-9E85-44D62DF551EB}" type="pres">
      <dgm:prSet presAssocID="{D71739E1-AC0C-48ED-B593-2505C71B9383}" presName="parentLin" presStyleCnt="0"/>
      <dgm:spPr/>
    </dgm:pt>
    <dgm:pt modelId="{99F63B50-5FD5-4DEB-BB5C-23C242295158}" type="pres">
      <dgm:prSet presAssocID="{D71739E1-AC0C-48ED-B593-2505C71B9383}" presName="parentLeftMargin" presStyleLbl="node1" presStyleIdx="1" presStyleCnt="4"/>
      <dgm:spPr/>
    </dgm:pt>
    <dgm:pt modelId="{9EB97610-0DA9-4E94-B10A-D3A314444CA4}" type="pres">
      <dgm:prSet presAssocID="{D71739E1-AC0C-48ED-B593-2505C71B938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C7DAF2-1876-4D05-88E5-185631E62DE6}" type="pres">
      <dgm:prSet presAssocID="{D71739E1-AC0C-48ED-B593-2505C71B9383}" presName="negativeSpace" presStyleCnt="0"/>
      <dgm:spPr/>
    </dgm:pt>
    <dgm:pt modelId="{2AF094A6-50A8-4E5E-9098-426D49420315}" type="pres">
      <dgm:prSet presAssocID="{D71739E1-AC0C-48ED-B593-2505C71B9383}" presName="childText" presStyleLbl="conFgAcc1" presStyleIdx="2" presStyleCnt="4">
        <dgm:presLayoutVars>
          <dgm:bulletEnabled val="1"/>
        </dgm:presLayoutVars>
      </dgm:prSet>
      <dgm:spPr/>
    </dgm:pt>
    <dgm:pt modelId="{7E77F920-7B53-4078-AAC6-781E7BCE785C}" type="pres">
      <dgm:prSet presAssocID="{BE6611D5-1FBB-4BC6-A11D-170E699F4D8F}" presName="spaceBetweenRectangles" presStyleCnt="0"/>
      <dgm:spPr/>
    </dgm:pt>
    <dgm:pt modelId="{77624FDC-738D-4583-9B44-778CF2B7E7C2}" type="pres">
      <dgm:prSet presAssocID="{C5E14AE2-9B30-4372-9587-49A85E88A7E0}" presName="parentLin" presStyleCnt="0"/>
      <dgm:spPr/>
    </dgm:pt>
    <dgm:pt modelId="{DD34EBC4-10F9-4ED2-AEEA-BE9374B5BBFD}" type="pres">
      <dgm:prSet presAssocID="{C5E14AE2-9B30-4372-9587-49A85E88A7E0}" presName="parentLeftMargin" presStyleLbl="node1" presStyleIdx="2" presStyleCnt="4"/>
      <dgm:spPr/>
    </dgm:pt>
    <dgm:pt modelId="{0CA08CA9-8EC9-46C6-B9CA-A9DC327F752F}" type="pres">
      <dgm:prSet presAssocID="{C5E14AE2-9B30-4372-9587-49A85E88A7E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C58BA44-5767-490A-A221-F578F03FE45B}" type="pres">
      <dgm:prSet presAssocID="{C5E14AE2-9B30-4372-9587-49A85E88A7E0}" presName="negativeSpace" presStyleCnt="0"/>
      <dgm:spPr/>
    </dgm:pt>
    <dgm:pt modelId="{8B641DE1-D363-4D9A-8BC5-CC9E5822C568}" type="pres">
      <dgm:prSet presAssocID="{C5E14AE2-9B30-4372-9587-49A85E88A7E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2F53000-A079-4AD3-8B03-4CE08A07AA1A}" type="presOf" srcId="{CAC49A0F-D9EE-492E-9358-E6F242DE5C59}" destId="{2AF094A6-50A8-4E5E-9098-426D49420315}" srcOrd="0" destOrd="1" presId="urn:microsoft.com/office/officeart/2005/8/layout/list1"/>
    <dgm:cxn modelId="{FBDC1E03-8BE8-4C1E-A0F1-F587558BBCCC}" srcId="{D4BCA9C0-8E6A-47A8-A215-FC89EBA6CF5E}" destId="{D71739E1-AC0C-48ED-B593-2505C71B9383}" srcOrd="2" destOrd="0" parTransId="{6CA4322E-B30D-454A-A428-B55AC313197A}" sibTransId="{BE6611D5-1FBB-4BC6-A11D-170E699F4D8F}"/>
    <dgm:cxn modelId="{38F65509-1AD2-4749-B8D3-548986B8E722}" srcId="{5F2FC7F4-256E-420D-89C1-DB42ACBB0257}" destId="{35BADFFF-2086-4A72-8BE5-146FD4D86264}" srcOrd="1" destOrd="0" parTransId="{CC0A8C00-FCA3-446A-8398-ED009898C996}" sibTransId="{67A852E2-7DD8-4756-AA6B-F9B32F34539D}"/>
    <dgm:cxn modelId="{B940370F-79C6-4E9B-BE7F-BD943E455909}" type="presOf" srcId="{D4BCA9C0-8E6A-47A8-A215-FC89EBA6CF5E}" destId="{7E9DE4CF-33F2-4422-97E0-B50925F685DA}" srcOrd="0" destOrd="0" presId="urn:microsoft.com/office/officeart/2005/8/layout/list1"/>
    <dgm:cxn modelId="{436F560F-7515-495D-B616-678B50999AC1}" type="presOf" srcId="{C035C447-C846-41D1-9DA7-6FBBD3E9E83D}" destId="{8B641DE1-D363-4D9A-8BC5-CC9E5822C568}" srcOrd="0" destOrd="0" presId="urn:microsoft.com/office/officeart/2005/8/layout/list1"/>
    <dgm:cxn modelId="{84D72E1D-657B-4FF0-AF80-6D5619B991C4}" type="presOf" srcId="{C5E14AE2-9B30-4372-9587-49A85E88A7E0}" destId="{0CA08CA9-8EC9-46C6-B9CA-A9DC327F752F}" srcOrd="1" destOrd="0" presId="urn:microsoft.com/office/officeart/2005/8/layout/list1"/>
    <dgm:cxn modelId="{FFBAAD1D-7763-41C2-AB63-8F95A08A12C7}" type="presOf" srcId="{3CA94047-CF75-4B3C-ABE2-569DB49B6765}" destId="{BFE7BCE8-C6E0-4B86-B80B-7593AB9A21BE}" srcOrd="0" destOrd="1" presId="urn:microsoft.com/office/officeart/2005/8/layout/list1"/>
    <dgm:cxn modelId="{53A0D432-0B07-48D8-B9E7-E13B986F6E6F}" type="presOf" srcId="{151F103A-4144-4DA7-A9A6-FE663611EB90}" destId="{45D3340D-E1FC-46A5-B62B-D48912FA5ED7}" srcOrd="0" destOrd="0" presId="urn:microsoft.com/office/officeart/2005/8/layout/list1"/>
    <dgm:cxn modelId="{1FE2FE3D-6488-47FB-82F6-419AA88490B8}" srcId="{D4BCA9C0-8E6A-47A8-A215-FC89EBA6CF5E}" destId="{5F2FC7F4-256E-420D-89C1-DB42ACBB0257}" srcOrd="0" destOrd="0" parTransId="{F4E5038F-F1EF-49B0-AEAB-68942B633122}" sibTransId="{461186F5-4DA2-46B5-AC16-3D4663EB0413}"/>
    <dgm:cxn modelId="{995B155D-2A72-4E23-90AD-109B72493B33}" type="presOf" srcId="{5F2FC7F4-256E-420D-89C1-DB42ACBB0257}" destId="{7468BEBB-D7F6-47F4-9E98-0F5BEC575B4D}" srcOrd="1" destOrd="0" presId="urn:microsoft.com/office/officeart/2005/8/layout/list1"/>
    <dgm:cxn modelId="{5C153F4B-5F50-44BD-BCD0-991F86634C9A}" srcId="{D71739E1-AC0C-48ED-B593-2505C71B9383}" destId="{4DA7DE23-0B27-4833-A47B-8C4617D99413}" srcOrd="0" destOrd="0" parTransId="{768C98C7-80D6-4B7B-BE45-E6C825ADA0FB}" sibTransId="{2C736F12-4293-4AAB-BB47-75587ADC9363}"/>
    <dgm:cxn modelId="{B38FA751-D0C8-4F89-9B28-E61641C47FA9}" srcId="{151F103A-4144-4DA7-A9A6-FE663611EB90}" destId="{3CA94047-CF75-4B3C-ABE2-569DB49B6765}" srcOrd="1" destOrd="0" parTransId="{A5C63B70-0BCF-42CE-B471-1823E16F84C2}" sibTransId="{DD476CC4-8314-4831-BA44-C9CFC44616D6}"/>
    <dgm:cxn modelId="{97578858-FFE8-4495-887E-009CD39CAD61}" type="presOf" srcId="{A3B91A1A-23A3-482D-AA55-8210B95C00B7}" destId="{BFE7BCE8-C6E0-4B86-B80B-7593AB9A21BE}" srcOrd="0" destOrd="0" presId="urn:microsoft.com/office/officeart/2005/8/layout/list1"/>
    <dgm:cxn modelId="{922F9459-1B04-492F-8C59-3A4B0F315DDF}" type="presOf" srcId="{4DA7DE23-0B27-4833-A47B-8C4617D99413}" destId="{2AF094A6-50A8-4E5E-9098-426D49420315}" srcOrd="0" destOrd="0" presId="urn:microsoft.com/office/officeart/2005/8/layout/list1"/>
    <dgm:cxn modelId="{4798FB79-0E31-4EFC-91F0-E1515AEFADAC}" type="presOf" srcId="{5F2FC7F4-256E-420D-89C1-DB42ACBB0257}" destId="{A259DCEF-AF0A-485C-BBD1-3CB145F0CFC1}" srcOrd="0" destOrd="0" presId="urn:microsoft.com/office/officeart/2005/8/layout/list1"/>
    <dgm:cxn modelId="{966C8E8A-A6FF-4628-82C4-D28BBED1D722}" type="presOf" srcId="{ECE6CD97-4AB3-4A01-AC11-36F027ACB40F}" destId="{8B641DE1-D363-4D9A-8BC5-CC9E5822C568}" srcOrd="0" destOrd="1" presId="urn:microsoft.com/office/officeart/2005/8/layout/list1"/>
    <dgm:cxn modelId="{EFA0608D-0BFD-4277-9E46-3F6B8AB59A8F}" srcId="{D71739E1-AC0C-48ED-B593-2505C71B9383}" destId="{CAC49A0F-D9EE-492E-9358-E6F242DE5C59}" srcOrd="1" destOrd="0" parTransId="{8AC84D1B-D2D8-4A88-8F1C-92646F172A9E}" sibTransId="{620A660E-6521-454C-A46F-0A28BD5787D6}"/>
    <dgm:cxn modelId="{AC007990-8A9A-47E3-8CD8-ACAA374097AF}" srcId="{D4BCA9C0-8E6A-47A8-A215-FC89EBA6CF5E}" destId="{151F103A-4144-4DA7-A9A6-FE663611EB90}" srcOrd="1" destOrd="0" parTransId="{437E308F-37B8-4C31-B576-63D302306182}" sibTransId="{7F0816CC-3BBC-41BA-9C88-1BF7E4BEB360}"/>
    <dgm:cxn modelId="{69C49F91-CF98-4C49-8FAA-75DD66FCF43D}" type="presOf" srcId="{151F103A-4144-4DA7-A9A6-FE663611EB90}" destId="{05A01588-E2F6-4968-8452-A0B69D571551}" srcOrd="1" destOrd="0" presId="urn:microsoft.com/office/officeart/2005/8/layout/list1"/>
    <dgm:cxn modelId="{00A694A0-4E8C-450E-B760-C81282062125}" type="presOf" srcId="{D71739E1-AC0C-48ED-B593-2505C71B9383}" destId="{9EB97610-0DA9-4E94-B10A-D3A314444CA4}" srcOrd="1" destOrd="0" presId="urn:microsoft.com/office/officeart/2005/8/layout/list1"/>
    <dgm:cxn modelId="{09F4E1A3-19FC-4539-8B9B-349D46EC36E3}" srcId="{151F103A-4144-4DA7-A9A6-FE663611EB90}" destId="{A3B91A1A-23A3-482D-AA55-8210B95C00B7}" srcOrd="0" destOrd="0" parTransId="{3100C77D-72E7-4536-BB1D-E1FC0053D70B}" sibTransId="{1A4E05E3-F802-4112-B176-E3BE9BF579A0}"/>
    <dgm:cxn modelId="{61B9C5BB-B494-4E0B-95BA-85BA3155AF71}" srcId="{D4BCA9C0-8E6A-47A8-A215-FC89EBA6CF5E}" destId="{C5E14AE2-9B30-4372-9587-49A85E88A7E0}" srcOrd="3" destOrd="0" parTransId="{9FFB0CBA-DDEF-4218-9A77-51BF34A615C8}" sibTransId="{30890653-9127-498A-AD39-C9D0621A5055}"/>
    <dgm:cxn modelId="{5CECF3BF-A766-4FC0-B1AC-A6F6D513DA32}" type="presOf" srcId="{35BADFFF-2086-4A72-8BE5-146FD4D86264}" destId="{17CD516F-6252-4F30-AF6F-B153DEADC1F3}" srcOrd="0" destOrd="1" presId="urn:microsoft.com/office/officeart/2005/8/layout/list1"/>
    <dgm:cxn modelId="{6026F7C3-1118-4B7C-9822-ECAD7A379F39}" srcId="{C5E14AE2-9B30-4372-9587-49A85E88A7E0}" destId="{C035C447-C846-41D1-9DA7-6FBBD3E9E83D}" srcOrd="0" destOrd="0" parTransId="{3DFE3F49-980A-4CA1-9D3E-DBD20DD129CD}" sibTransId="{0141D809-82C3-4033-94C9-26B5CC422E56}"/>
    <dgm:cxn modelId="{8F8662E3-4E19-43D7-B784-E2D015B808F7}" type="presOf" srcId="{C5E14AE2-9B30-4372-9587-49A85E88A7E0}" destId="{DD34EBC4-10F9-4ED2-AEEA-BE9374B5BBFD}" srcOrd="0" destOrd="0" presId="urn:microsoft.com/office/officeart/2005/8/layout/list1"/>
    <dgm:cxn modelId="{65983FE5-64E5-4A05-BABA-B89121BCB773}" type="presOf" srcId="{F6C2122C-1D82-4340-8AF6-D18E771A7795}" destId="{17CD516F-6252-4F30-AF6F-B153DEADC1F3}" srcOrd="0" destOrd="0" presId="urn:microsoft.com/office/officeart/2005/8/layout/list1"/>
    <dgm:cxn modelId="{69B443E6-4F7D-466B-9F0F-63823CFA7153}" srcId="{C5E14AE2-9B30-4372-9587-49A85E88A7E0}" destId="{ECE6CD97-4AB3-4A01-AC11-36F027ACB40F}" srcOrd="1" destOrd="0" parTransId="{C71B8ADC-2FE0-4E88-9D5E-75ADB813265B}" sibTransId="{C2A06C5F-E50C-454C-BE74-53E453501892}"/>
    <dgm:cxn modelId="{965115F3-F646-415F-9881-2FA690C6C43C}" srcId="{5F2FC7F4-256E-420D-89C1-DB42ACBB0257}" destId="{F6C2122C-1D82-4340-8AF6-D18E771A7795}" srcOrd="0" destOrd="0" parTransId="{5BEB495E-55DB-408C-B763-CCA17A664F8E}" sibTransId="{53BD246C-B1D5-4309-A91A-ACF241D1BE8A}"/>
    <dgm:cxn modelId="{ADB978FB-CC86-4925-864E-ADCB2C491E6F}" type="presOf" srcId="{D71739E1-AC0C-48ED-B593-2505C71B9383}" destId="{99F63B50-5FD5-4DEB-BB5C-23C242295158}" srcOrd="0" destOrd="0" presId="urn:microsoft.com/office/officeart/2005/8/layout/list1"/>
    <dgm:cxn modelId="{3AAE8B87-B97C-48CC-BC67-15EC63B6CC3C}" type="presParOf" srcId="{7E9DE4CF-33F2-4422-97E0-B50925F685DA}" destId="{AADC6AB3-4AE0-454D-8FB0-DACE922B0F9C}" srcOrd="0" destOrd="0" presId="urn:microsoft.com/office/officeart/2005/8/layout/list1"/>
    <dgm:cxn modelId="{DDE9B23D-6F22-48AE-9E03-BA2E40DAD1CE}" type="presParOf" srcId="{AADC6AB3-4AE0-454D-8FB0-DACE922B0F9C}" destId="{A259DCEF-AF0A-485C-BBD1-3CB145F0CFC1}" srcOrd="0" destOrd="0" presId="urn:microsoft.com/office/officeart/2005/8/layout/list1"/>
    <dgm:cxn modelId="{D7F63F7F-8D9B-49B4-9249-E1391CF6725D}" type="presParOf" srcId="{AADC6AB3-4AE0-454D-8FB0-DACE922B0F9C}" destId="{7468BEBB-D7F6-47F4-9E98-0F5BEC575B4D}" srcOrd="1" destOrd="0" presId="urn:microsoft.com/office/officeart/2005/8/layout/list1"/>
    <dgm:cxn modelId="{CB2EC2C0-D470-4EF9-ACC6-6D695556E9F2}" type="presParOf" srcId="{7E9DE4CF-33F2-4422-97E0-B50925F685DA}" destId="{C52CDC11-9B51-4F1D-B18B-74E78E6207EF}" srcOrd="1" destOrd="0" presId="urn:microsoft.com/office/officeart/2005/8/layout/list1"/>
    <dgm:cxn modelId="{E1110FBE-0069-4D03-A0D9-02AB8177CA01}" type="presParOf" srcId="{7E9DE4CF-33F2-4422-97E0-B50925F685DA}" destId="{17CD516F-6252-4F30-AF6F-B153DEADC1F3}" srcOrd="2" destOrd="0" presId="urn:microsoft.com/office/officeart/2005/8/layout/list1"/>
    <dgm:cxn modelId="{A9352CB0-9A73-4AB3-A628-76EF2CB22691}" type="presParOf" srcId="{7E9DE4CF-33F2-4422-97E0-B50925F685DA}" destId="{DF8BC2BD-CDC5-4654-8337-8A0A7F5C3ED9}" srcOrd="3" destOrd="0" presId="urn:microsoft.com/office/officeart/2005/8/layout/list1"/>
    <dgm:cxn modelId="{58E95A6F-93E3-40CF-AAD0-69F14FAC4E4B}" type="presParOf" srcId="{7E9DE4CF-33F2-4422-97E0-B50925F685DA}" destId="{7031556A-289C-4339-8905-A30240061834}" srcOrd="4" destOrd="0" presId="urn:microsoft.com/office/officeart/2005/8/layout/list1"/>
    <dgm:cxn modelId="{597E09B6-470F-463D-8762-DBF0DC9E0BC1}" type="presParOf" srcId="{7031556A-289C-4339-8905-A30240061834}" destId="{45D3340D-E1FC-46A5-B62B-D48912FA5ED7}" srcOrd="0" destOrd="0" presId="urn:microsoft.com/office/officeart/2005/8/layout/list1"/>
    <dgm:cxn modelId="{20F53943-3800-459B-A054-2AA4F9E2E9FD}" type="presParOf" srcId="{7031556A-289C-4339-8905-A30240061834}" destId="{05A01588-E2F6-4968-8452-A0B69D571551}" srcOrd="1" destOrd="0" presId="urn:microsoft.com/office/officeart/2005/8/layout/list1"/>
    <dgm:cxn modelId="{22665FFA-2585-4202-B962-68C1671AD918}" type="presParOf" srcId="{7E9DE4CF-33F2-4422-97E0-B50925F685DA}" destId="{777D09F4-AE85-4378-B16C-ACB578728E0B}" srcOrd="5" destOrd="0" presId="urn:microsoft.com/office/officeart/2005/8/layout/list1"/>
    <dgm:cxn modelId="{F8E65E69-E2E7-4AAE-9270-44461567C528}" type="presParOf" srcId="{7E9DE4CF-33F2-4422-97E0-B50925F685DA}" destId="{BFE7BCE8-C6E0-4B86-B80B-7593AB9A21BE}" srcOrd="6" destOrd="0" presId="urn:microsoft.com/office/officeart/2005/8/layout/list1"/>
    <dgm:cxn modelId="{FEEBD2F6-93FD-4320-B91D-9EA3366EACE6}" type="presParOf" srcId="{7E9DE4CF-33F2-4422-97E0-B50925F685DA}" destId="{CA82F428-83EB-4212-BDD4-8164550816E2}" srcOrd="7" destOrd="0" presId="urn:microsoft.com/office/officeart/2005/8/layout/list1"/>
    <dgm:cxn modelId="{074AEF76-4056-47D2-B9DF-B27191100A4D}" type="presParOf" srcId="{7E9DE4CF-33F2-4422-97E0-B50925F685DA}" destId="{718F597A-E254-4294-9E85-44D62DF551EB}" srcOrd="8" destOrd="0" presId="urn:microsoft.com/office/officeart/2005/8/layout/list1"/>
    <dgm:cxn modelId="{5CBDCF80-19F1-4FE8-BCEE-8F27C67AA9DE}" type="presParOf" srcId="{718F597A-E254-4294-9E85-44D62DF551EB}" destId="{99F63B50-5FD5-4DEB-BB5C-23C242295158}" srcOrd="0" destOrd="0" presId="urn:microsoft.com/office/officeart/2005/8/layout/list1"/>
    <dgm:cxn modelId="{285AE93D-DDA1-4B40-AE8A-3D101858719C}" type="presParOf" srcId="{718F597A-E254-4294-9E85-44D62DF551EB}" destId="{9EB97610-0DA9-4E94-B10A-D3A314444CA4}" srcOrd="1" destOrd="0" presId="urn:microsoft.com/office/officeart/2005/8/layout/list1"/>
    <dgm:cxn modelId="{4779F157-0FE3-498A-B03E-1A1F9AF50FFD}" type="presParOf" srcId="{7E9DE4CF-33F2-4422-97E0-B50925F685DA}" destId="{A4C7DAF2-1876-4D05-88E5-185631E62DE6}" srcOrd="9" destOrd="0" presId="urn:microsoft.com/office/officeart/2005/8/layout/list1"/>
    <dgm:cxn modelId="{CAC04E20-7C93-471A-87D4-6CCAB437725C}" type="presParOf" srcId="{7E9DE4CF-33F2-4422-97E0-B50925F685DA}" destId="{2AF094A6-50A8-4E5E-9098-426D49420315}" srcOrd="10" destOrd="0" presId="urn:microsoft.com/office/officeart/2005/8/layout/list1"/>
    <dgm:cxn modelId="{64FA57D5-9BE9-499A-A71E-68B8455E219A}" type="presParOf" srcId="{7E9DE4CF-33F2-4422-97E0-B50925F685DA}" destId="{7E77F920-7B53-4078-AAC6-781E7BCE785C}" srcOrd="11" destOrd="0" presId="urn:microsoft.com/office/officeart/2005/8/layout/list1"/>
    <dgm:cxn modelId="{E129C4A2-66D5-4CAE-8F34-79E7F4605F4B}" type="presParOf" srcId="{7E9DE4CF-33F2-4422-97E0-B50925F685DA}" destId="{77624FDC-738D-4583-9B44-778CF2B7E7C2}" srcOrd="12" destOrd="0" presId="urn:microsoft.com/office/officeart/2005/8/layout/list1"/>
    <dgm:cxn modelId="{7ACF2632-3A4E-479D-871A-2FF823926ADF}" type="presParOf" srcId="{77624FDC-738D-4583-9B44-778CF2B7E7C2}" destId="{DD34EBC4-10F9-4ED2-AEEA-BE9374B5BBFD}" srcOrd="0" destOrd="0" presId="urn:microsoft.com/office/officeart/2005/8/layout/list1"/>
    <dgm:cxn modelId="{4552D47A-7361-4A8B-8401-A59D3B55E428}" type="presParOf" srcId="{77624FDC-738D-4583-9B44-778CF2B7E7C2}" destId="{0CA08CA9-8EC9-46C6-B9CA-A9DC327F752F}" srcOrd="1" destOrd="0" presId="urn:microsoft.com/office/officeart/2005/8/layout/list1"/>
    <dgm:cxn modelId="{ECBB9F45-CC60-42B4-950F-3D0AF1E81A19}" type="presParOf" srcId="{7E9DE4CF-33F2-4422-97E0-B50925F685DA}" destId="{7C58BA44-5767-490A-A221-F578F03FE45B}" srcOrd="13" destOrd="0" presId="urn:microsoft.com/office/officeart/2005/8/layout/list1"/>
    <dgm:cxn modelId="{5EB2D7D1-44A9-4710-A3B7-BF37A994CAAC}" type="presParOf" srcId="{7E9DE4CF-33F2-4422-97E0-B50925F685DA}" destId="{8B641DE1-D363-4D9A-8BC5-CC9E5822C56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99F0AE-C05D-4379-A2A0-EB76A8EFBA9C}" type="doc">
      <dgm:prSet loTypeId="urn:microsoft.com/office/officeart/2005/8/layout/pyramid1" loCatId="pyramid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56D47D00-A43B-4A0E-B0EA-4063684E241F}">
      <dgm:prSet/>
      <dgm:spPr/>
      <dgm:t>
        <a:bodyPr/>
        <a:lstStyle/>
        <a:p>
          <a:r>
            <a:rPr lang="en-US" b="0" dirty="0"/>
            <a:t>MONTH 1-3: Software MVP + 1 Pilot Station</a:t>
          </a:r>
          <a:endParaRPr lang="en-US" dirty="0"/>
        </a:p>
      </dgm:t>
    </dgm:pt>
    <dgm:pt modelId="{EC325710-7CC7-4BE0-97AB-11F7AD22F1D1}" type="parTrans" cxnId="{BED90668-884A-4308-9838-E0A88B9E5667}">
      <dgm:prSet/>
      <dgm:spPr/>
      <dgm:t>
        <a:bodyPr/>
        <a:lstStyle/>
        <a:p>
          <a:endParaRPr lang="en-US"/>
        </a:p>
      </dgm:t>
    </dgm:pt>
    <dgm:pt modelId="{1B45FC9F-75EC-4A85-841E-E765BC3CED9D}" type="sibTrans" cxnId="{BED90668-884A-4308-9838-E0A88B9E5667}">
      <dgm:prSet/>
      <dgm:spPr/>
      <dgm:t>
        <a:bodyPr/>
        <a:lstStyle/>
        <a:p>
          <a:endParaRPr lang="en-US"/>
        </a:p>
      </dgm:t>
    </dgm:pt>
    <dgm:pt modelId="{E666C055-ACEE-49B9-8001-A6F783710358}">
      <dgm:prSet/>
      <dgm:spPr/>
      <dgm:t>
        <a:bodyPr/>
        <a:lstStyle/>
        <a:p>
          <a:r>
            <a:rPr lang="en-US" b="0" dirty="0"/>
            <a:t>MONTH 4-6: 2 University Partners + Driver App</a:t>
          </a:r>
          <a:endParaRPr lang="en-US" dirty="0"/>
        </a:p>
      </dgm:t>
    </dgm:pt>
    <dgm:pt modelId="{FBEFD4E1-DBAF-4E83-975A-8284D45CE149}" type="parTrans" cxnId="{78993C87-179B-4FE1-AAD3-7266954745D9}">
      <dgm:prSet/>
      <dgm:spPr/>
      <dgm:t>
        <a:bodyPr/>
        <a:lstStyle/>
        <a:p>
          <a:endParaRPr lang="en-US"/>
        </a:p>
      </dgm:t>
    </dgm:pt>
    <dgm:pt modelId="{6DE2D9D1-CF97-408A-AAAF-2D982DB31A4C}" type="sibTrans" cxnId="{78993C87-179B-4FE1-AAD3-7266954745D9}">
      <dgm:prSet/>
      <dgm:spPr/>
      <dgm:t>
        <a:bodyPr/>
        <a:lstStyle/>
        <a:p>
          <a:endParaRPr lang="en-US"/>
        </a:p>
      </dgm:t>
    </dgm:pt>
    <dgm:pt modelId="{D2EF294A-F9B8-4B66-8745-81C91EDE2EA6}">
      <dgm:prSet/>
      <dgm:spPr/>
      <dgm:t>
        <a:bodyPr/>
        <a:lstStyle/>
        <a:p>
          <a:r>
            <a:rPr lang="en-US" b="0" dirty="0"/>
            <a:t>MONTH 7-12: Full System Launch + First Advertisers</a:t>
          </a:r>
          <a:endParaRPr lang="en-US" dirty="0"/>
        </a:p>
      </dgm:t>
    </dgm:pt>
    <dgm:pt modelId="{CC40408F-5D25-4437-9C6F-052E913F6977}" type="parTrans" cxnId="{EF54E0D3-5B28-439A-A517-94B157AD771E}">
      <dgm:prSet/>
      <dgm:spPr/>
      <dgm:t>
        <a:bodyPr/>
        <a:lstStyle/>
        <a:p>
          <a:endParaRPr lang="en-US"/>
        </a:p>
      </dgm:t>
    </dgm:pt>
    <dgm:pt modelId="{0CF0C30E-03D2-4FEB-9E64-799BF2C3B008}" type="sibTrans" cxnId="{EF54E0D3-5B28-439A-A517-94B157AD771E}">
      <dgm:prSet/>
      <dgm:spPr/>
      <dgm:t>
        <a:bodyPr/>
        <a:lstStyle/>
        <a:p>
          <a:endParaRPr lang="en-US"/>
        </a:p>
      </dgm:t>
    </dgm:pt>
    <dgm:pt modelId="{E6C3BE89-0DA8-4C48-9B15-1457CDE73344}">
      <dgm:prSet/>
      <dgm:spPr/>
      <dgm:t>
        <a:bodyPr/>
        <a:lstStyle/>
        <a:p>
          <a:r>
            <a:rPr lang="en-US" b="0" dirty="0"/>
            <a:t>YEAR 2: 5+ Universities + Optimized AI + Revenue Growth</a:t>
          </a:r>
          <a:endParaRPr lang="en-US" dirty="0"/>
        </a:p>
      </dgm:t>
    </dgm:pt>
    <dgm:pt modelId="{30330CF7-8190-480F-808A-7AA6D6653385}" type="parTrans" cxnId="{F61377FA-74CF-44C9-AFC2-357B00B50EEA}">
      <dgm:prSet/>
      <dgm:spPr/>
      <dgm:t>
        <a:bodyPr/>
        <a:lstStyle/>
        <a:p>
          <a:endParaRPr lang="en-US"/>
        </a:p>
      </dgm:t>
    </dgm:pt>
    <dgm:pt modelId="{B27AAC39-3AEA-4EE4-B717-5503913D7886}" type="sibTrans" cxnId="{F61377FA-74CF-44C9-AFC2-357B00B50EEA}">
      <dgm:prSet/>
      <dgm:spPr/>
      <dgm:t>
        <a:bodyPr/>
        <a:lstStyle/>
        <a:p>
          <a:endParaRPr lang="en-US"/>
        </a:p>
      </dgm:t>
    </dgm:pt>
    <dgm:pt modelId="{33B0FE49-318D-421D-B956-B2C660B7FFE6}" type="pres">
      <dgm:prSet presAssocID="{E799F0AE-C05D-4379-A2A0-EB76A8EFBA9C}" presName="Name0" presStyleCnt="0">
        <dgm:presLayoutVars>
          <dgm:dir/>
          <dgm:animLvl val="lvl"/>
          <dgm:resizeHandles val="exact"/>
        </dgm:presLayoutVars>
      </dgm:prSet>
      <dgm:spPr/>
    </dgm:pt>
    <dgm:pt modelId="{AC37F02A-5B01-4980-8929-8D4C7EB6E36E}" type="pres">
      <dgm:prSet presAssocID="{56D47D00-A43B-4A0E-B0EA-4063684E241F}" presName="Name8" presStyleCnt="0"/>
      <dgm:spPr/>
    </dgm:pt>
    <dgm:pt modelId="{405355DB-D2E3-4564-9B6A-B953AE83C62C}" type="pres">
      <dgm:prSet presAssocID="{56D47D00-A43B-4A0E-B0EA-4063684E241F}" presName="level" presStyleLbl="node1" presStyleIdx="0" presStyleCnt="4">
        <dgm:presLayoutVars>
          <dgm:chMax val="1"/>
          <dgm:bulletEnabled val="1"/>
        </dgm:presLayoutVars>
      </dgm:prSet>
      <dgm:spPr/>
    </dgm:pt>
    <dgm:pt modelId="{A88812BE-C3D1-4AC3-B656-32C31BAD7EFC}" type="pres">
      <dgm:prSet presAssocID="{56D47D00-A43B-4A0E-B0EA-4063684E241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1F83857-C89C-4615-B200-50567EBBF03E}" type="pres">
      <dgm:prSet presAssocID="{E666C055-ACEE-49B9-8001-A6F783710358}" presName="Name8" presStyleCnt="0"/>
      <dgm:spPr/>
    </dgm:pt>
    <dgm:pt modelId="{8E262114-3270-477A-9895-CA3262F22603}" type="pres">
      <dgm:prSet presAssocID="{E666C055-ACEE-49B9-8001-A6F783710358}" presName="level" presStyleLbl="node1" presStyleIdx="1" presStyleCnt="4">
        <dgm:presLayoutVars>
          <dgm:chMax val="1"/>
          <dgm:bulletEnabled val="1"/>
        </dgm:presLayoutVars>
      </dgm:prSet>
      <dgm:spPr/>
    </dgm:pt>
    <dgm:pt modelId="{6913D832-DA25-4D38-A819-0287DBDDE478}" type="pres">
      <dgm:prSet presAssocID="{E666C055-ACEE-49B9-8001-A6F78371035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9B81D58-5C92-497C-B3C3-32C8CABDFB1F}" type="pres">
      <dgm:prSet presAssocID="{D2EF294A-F9B8-4B66-8745-81C91EDE2EA6}" presName="Name8" presStyleCnt="0"/>
      <dgm:spPr/>
    </dgm:pt>
    <dgm:pt modelId="{765ADB81-5E27-47C1-9709-33B91940E3C1}" type="pres">
      <dgm:prSet presAssocID="{D2EF294A-F9B8-4B66-8745-81C91EDE2EA6}" presName="level" presStyleLbl="node1" presStyleIdx="2" presStyleCnt="4">
        <dgm:presLayoutVars>
          <dgm:chMax val="1"/>
          <dgm:bulletEnabled val="1"/>
        </dgm:presLayoutVars>
      </dgm:prSet>
      <dgm:spPr/>
    </dgm:pt>
    <dgm:pt modelId="{31250AC8-877B-4210-B095-3D36107E345E}" type="pres">
      <dgm:prSet presAssocID="{D2EF294A-F9B8-4B66-8745-81C91EDE2EA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3D2D10A-E306-4AB0-A42E-5D2598885E1F}" type="pres">
      <dgm:prSet presAssocID="{E6C3BE89-0DA8-4C48-9B15-1457CDE73344}" presName="Name8" presStyleCnt="0"/>
      <dgm:spPr/>
    </dgm:pt>
    <dgm:pt modelId="{6A899DBA-BC86-4498-BF3A-E80C1A5E4580}" type="pres">
      <dgm:prSet presAssocID="{E6C3BE89-0DA8-4C48-9B15-1457CDE73344}" presName="level" presStyleLbl="node1" presStyleIdx="3" presStyleCnt="4">
        <dgm:presLayoutVars>
          <dgm:chMax val="1"/>
          <dgm:bulletEnabled val="1"/>
        </dgm:presLayoutVars>
      </dgm:prSet>
      <dgm:spPr/>
    </dgm:pt>
    <dgm:pt modelId="{9A6F7BE8-D348-4261-A03B-CDD0769DBB0B}" type="pres">
      <dgm:prSet presAssocID="{E6C3BE89-0DA8-4C48-9B15-1457CDE7334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51BCE501-3F52-4D49-AFDE-B4C3688295DC}" type="presOf" srcId="{E666C055-ACEE-49B9-8001-A6F783710358}" destId="{6913D832-DA25-4D38-A819-0287DBDDE478}" srcOrd="1" destOrd="0" presId="urn:microsoft.com/office/officeart/2005/8/layout/pyramid1"/>
    <dgm:cxn modelId="{2F959708-E943-49A8-8CF7-7A29F3997969}" type="presOf" srcId="{E6C3BE89-0DA8-4C48-9B15-1457CDE73344}" destId="{6A899DBA-BC86-4498-BF3A-E80C1A5E4580}" srcOrd="0" destOrd="0" presId="urn:microsoft.com/office/officeart/2005/8/layout/pyramid1"/>
    <dgm:cxn modelId="{BED90668-884A-4308-9838-E0A88B9E5667}" srcId="{E799F0AE-C05D-4379-A2A0-EB76A8EFBA9C}" destId="{56D47D00-A43B-4A0E-B0EA-4063684E241F}" srcOrd="0" destOrd="0" parTransId="{EC325710-7CC7-4BE0-97AB-11F7AD22F1D1}" sibTransId="{1B45FC9F-75EC-4A85-841E-E765BC3CED9D}"/>
    <dgm:cxn modelId="{FF87FD4F-A367-43F2-BD28-00F94D784EF0}" type="presOf" srcId="{D2EF294A-F9B8-4B66-8745-81C91EDE2EA6}" destId="{31250AC8-877B-4210-B095-3D36107E345E}" srcOrd="1" destOrd="0" presId="urn:microsoft.com/office/officeart/2005/8/layout/pyramid1"/>
    <dgm:cxn modelId="{A2D40676-9EC7-41F4-9422-501921C3DCEA}" type="presOf" srcId="{D2EF294A-F9B8-4B66-8745-81C91EDE2EA6}" destId="{765ADB81-5E27-47C1-9709-33B91940E3C1}" srcOrd="0" destOrd="0" presId="urn:microsoft.com/office/officeart/2005/8/layout/pyramid1"/>
    <dgm:cxn modelId="{78993C87-179B-4FE1-AAD3-7266954745D9}" srcId="{E799F0AE-C05D-4379-A2A0-EB76A8EFBA9C}" destId="{E666C055-ACEE-49B9-8001-A6F783710358}" srcOrd="1" destOrd="0" parTransId="{FBEFD4E1-DBAF-4E83-975A-8284D45CE149}" sibTransId="{6DE2D9D1-CF97-408A-AAAF-2D982DB31A4C}"/>
    <dgm:cxn modelId="{6F3F09B1-D416-4453-981B-BEBE0C236C28}" type="presOf" srcId="{E666C055-ACEE-49B9-8001-A6F783710358}" destId="{8E262114-3270-477A-9895-CA3262F22603}" srcOrd="0" destOrd="0" presId="urn:microsoft.com/office/officeart/2005/8/layout/pyramid1"/>
    <dgm:cxn modelId="{2F6EA6BD-A770-40FB-8868-46D8FBE883CD}" type="presOf" srcId="{56D47D00-A43B-4A0E-B0EA-4063684E241F}" destId="{405355DB-D2E3-4564-9B6A-B953AE83C62C}" srcOrd="0" destOrd="0" presId="urn:microsoft.com/office/officeart/2005/8/layout/pyramid1"/>
    <dgm:cxn modelId="{EF54E0D3-5B28-439A-A517-94B157AD771E}" srcId="{E799F0AE-C05D-4379-A2A0-EB76A8EFBA9C}" destId="{D2EF294A-F9B8-4B66-8745-81C91EDE2EA6}" srcOrd="2" destOrd="0" parTransId="{CC40408F-5D25-4437-9C6F-052E913F6977}" sibTransId="{0CF0C30E-03D2-4FEB-9E64-799BF2C3B008}"/>
    <dgm:cxn modelId="{FE932EDF-22E5-4400-BA17-436C467E22EC}" type="presOf" srcId="{56D47D00-A43B-4A0E-B0EA-4063684E241F}" destId="{A88812BE-C3D1-4AC3-B656-32C31BAD7EFC}" srcOrd="1" destOrd="0" presId="urn:microsoft.com/office/officeart/2005/8/layout/pyramid1"/>
    <dgm:cxn modelId="{3AB31CE1-334E-4CB5-9470-4A50D20323ED}" type="presOf" srcId="{E6C3BE89-0DA8-4C48-9B15-1457CDE73344}" destId="{9A6F7BE8-D348-4261-A03B-CDD0769DBB0B}" srcOrd="1" destOrd="0" presId="urn:microsoft.com/office/officeart/2005/8/layout/pyramid1"/>
    <dgm:cxn modelId="{3921C5EF-B4FE-41E4-85DC-B4882EE0E4B4}" type="presOf" srcId="{E799F0AE-C05D-4379-A2A0-EB76A8EFBA9C}" destId="{33B0FE49-318D-421D-B956-B2C660B7FFE6}" srcOrd="0" destOrd="0" presId="urn:microsoft.com/office/officeart/2005/8/layout/pyramid1"/>
    <dgm:cxn modelId="{F61377FA-74CF-44C9-AFC2-357B00B50EEA}" srcId="{E799F0AE-C05D-4379-A2A0-EB76A8EFBA9C}" destId="{E6C3BE89-0DA8-4C48-9B15-1457CDE73344}" srcOrd="3" destOrd="0" parTransId="{30330CF7-8190-480F-808A-7AA6D6653385}" sibTransId="{B27AAC39-3AEA-4EE4-B717-5503913D7886}"/>
    <dgm:cxn modelId="{D04D9EF2-27E2-49C1-918B-214E1DA8D19A}" type="presParOf" srcId="{33B0FE49-318D-421D-B956-B2C660B7FFE6}" destId="{AC37F02A-5B01-4980-8929-8D4C7EB6E36E}" srcOrd="0" destOrd="0" presId="urn:microsoft.com/office/officeart/2005/8/layout/pyramid1"/>
    <dgm:cxn modelId="{B6B0A521-D649-4C08-AFC8-0D51D99DEA80}" type="presParOf" srcId="{AC37F02A-5B01-4980-8929-8D4C7EB6E36E}" destId="{405355DB-D2E3-4564-9B6A-B953AE83C62C}" srcOrd="0" destOrd="0" presId="urn:microsoft.com/office/officeart/2005/8/layout/pyramid1"/>
    <dgm:cxn modelId="{A28D32D0-BDA9-4F3E-88F4-F69ACF4E1916}" type="presParOf" srcId="{AC37F02A-5B01-4980-8929-8D4C7EB6E36E}" destId="{A88812BE-C3D1-4AC3-B656-32C31BAD7EFC}" srcOrd="1" destOrd="0" presId="urn:microsoft.com/office/officeart/2005/8/layout/pyramid1"/>
    <dgm:cxn modelId="{9C43287D-3390-43D9-BC79-4C09FC35C592}" type="presParOf" srcId="{33B0FE49-318D-421D-B956-B2C660B7FFE6}" destId="{91F83857-C89C-4615-B200-50567EBBF03E}" srcOrd="1" destOrd="0" presId="urn:microsoft.com/office/officeart/2005/8/layout/pyramid1"/>
    <dgm:cxn modelId="{8C3988FD-71B4-4417-921A-752F2A987472}" type="presParOf" srcId="{91F83857-C89C-4615-B200-50567EBBF03E}" destId="{8E262114-3270-477A-9895-CA3262F22603}" srcOrd="0" destOrd="0" presId="urn:microsoft.com/office/officeart/2005/8/layout/pyramid1"/>
    <dgm:cxn modelId="{BECFA66C-3032-46EB-BC9B-553DA384B4A8}" type="presParOf" srcId="{91F83857-C89C-4615-B200-50567EBBF03E}" destId="{6913D832-DA25-4D38-A819-0287DBDDE478}" srcOrd="1" destOrd="0" presId="urn:microsoft.com/office/officeart/2005/8/layout/pyramid1"/>
    <dgm:cxn modelId="{7DE45CEF-25CB-496D-9C01-B0534C251ABF}" type="presParOf" srcId="{33B0FE49-318D-421D-B956-B2C660B7FFE6}" destId="{59B81D58-5C92-497C-B3C3-32C8CABDFB1F}" srcOrd="2" destOrd="0" presId="urn:microsoft.com/office/officeart/2005/8/layout/pyramid1"/>
    <dgm:cxn modelId="{6C2BE86C-4047-45A2-AA9E-04A8603F4DB3}" type="presParOf" srcId="{59B81D58-5C92-497C-B3C3-32C8CABDFB1F}" destId="{765ADB81-5E27-47C1-9709-33B91940E3C1}" srcOrd="0" destOrd="0" presId="urn:microsoft.com/office/officeart/2005/8/layout/pyramid1"/>
    <dgm:cxn modelId="{473B9546-5742-4691-B6B0-4EE3758FECB7}" type="presParOf" srcId="{59B81D58-5C92-497C-B3C3-32C8CABDFB1F}" destId="{31250AC8-877B-4210-B095-3D36107E345E}" srcOrd="1" destOrd="0" presId="urn:microsoft.com/office/officeart/2005/8/layout/pyramid1"/>
    <dgm:cxn modelId="{1E006736-3D3B-4D9E-A0FA-DD7BAB829580}" type="presParOf" srcId="{33B0FE49-318D-421D-B956-B2C660B7FFE6}" destId="{A3D2D10A-E306-4AB0-A42E-5D2598885E1F}" srcOrd="3" destOrd="0" presId="urn:microsoft.com/office/officeart/2005/8/layout/pyramid1"/>
    <dgm:cxn modelId="{F7F1EA93-B668-4A3C-842B-6B6847FFD231}" type="presParOf" srcId="{A3D2D10A-E306-4AB0-A42E-5D2598885E1F}" destId="{6A899DBA-BC86-4498-BF3A-E80C1A5E4580}" srcOrd="0" destOrd="0" presId="urn:microsoft.com/office/officeart/2005/8/layout/pyramid1"/>
    <dgm:cxn modelId="{69021770-D037-4B95-91D2-321C94BC7454}" type="presParOf" srcId="{A3D2D10A-E306-4AB0-A42E-5D2598885E1F}" destId="{9A6F7BE8-D348-4261-A03B-CDD0769DBB0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B1A90FE-861F-4CD7-AE00-B829C5D10DEC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3F04F7-4C4D-405F-B4BF-3B2F56F7C3E2}">
      <dgm:prSet/>
      <dgm:spPr/>
      <dgm:t>
        <a:bodyPr/>
        <a:lstStyle/>
        <a:p>
          <a:r>
            <a:rPr lang="en-US" dirty="0"/>
            <a:t>Value Proposition Activities </a:t>
          </a:r>
        </a:p>
      </dgm:t>
    </dgm:pt>
    <dgm:pt modelId="{210B1C26-AD64-4188-8B75-855CA8137E51}" type="parTrans" cxnId="{D89A260F-F338-4C8B-B922-8561A90DAA60}">
      <dgm:prSet/>
      <dgm:spPr/>
      <dgm:t>
        <a:bodyPr/>
        <a:lstStyle/>
        <a:p>
          <a:endParaRPr lang="en-US"/>
        </a:p>
      </dgm:t>
    </dgm:pt>
    <dgm:pt modelId="{7172418A-9B93-4A01-B21B-8E2B736CBA23}" type="sibTrans" cxnId="{D89A260F-F338-4C8B-B922-8561A90DAA60}">
      <dgm:prSet/>
      <dgm:spPr/>
      <dgm:t>
        <a:bodyPr/>
        <a:lstStyle/>
        <a:p>
          <a:endParaRPr lang="en-US"/>
        </a:p>
      </dgm:t>
    </dgm:pt>
    <dgm:pt modelId="{04AB1D71-C756-4DC8-80D3-954846BEC77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/>
            <a:t>Maintain AI &amp; GPS</a:t>
          </a:r>
        </a:p>
      </dgm:t>
    </dgm:pt>
    <dgm:pt modelId="{DEDA6D39-FEB5-4893-AAF3-38C5C02A8DAF}" type="parTrans" cxnId="{21E30D2D-3F19-4B56-A269-258C0A44EEBC}">
      <dgm:prSet/>
      <dgm:spPr/>
      <dgm:t>
        <a:bodyPr/>
        <a:lstStyle/>
        <a:p>
          <a:endParaRPr lang="en-US"/>
        </a:p>
      </dgm:t>
    </dgm:pt>
    <dgm:pt modelId="{B5DE0E64-A832-4ECC-857A-A454A10281C2}" type="sibTrans" cxnId="{21E30D2D-3F19-4B56-A269-258C0A44EEBC}">
      <dgm:prSet/>
      <dgm:spPr/>
      <dgm:t>
        <a:bodyPr/>
        <a:lstStyle/>
        <a:p>
          <a:endParaRPr lang="en-US"/>
        </a:p>
      </dgm:t>
    </dgm:pt>
    <dgm:pt modelId="{AD213DF5-8FEA-4CA8-A4CD-770CD73909A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/>
            <a:t>Update mobile app</a:t>
          </a:r>
        </a:p>
      </dgm:t>
    </dgm:pt>
    <dgm:pt modelId="{5A211549-D354-4BDE-AE4E-F429A4FADBB2}" type="parTrans" cxnId="{54D9F5B9-D7C1-4DA2-92B5-B311348D80DD}">
      <dgm:prSet/>
      <dgm:spPr/>
      <dgm:t>
        <a:bodyPr/>
        <a:lstStyle/>
        <a:p>
          <a:endParaRPr lang="en-US"/>
        </a:p>
      </dgm:t>
    </dgm:pt>
    <dgm:pt modelId="{BE287F0E-294E-4714-9915-F29E4645A044}" type="sibTrans" cxnId="{54D9F5B9-D7C1-4DA2-92B5-B311348D80DD}">
      <dgm:prSet/>
      <dgm:spPr/>
      <dgm:t>
        <a:bodyPr/>
        <a:lstStyle/>
        <a:p>
          <a:endParaRPr lang="en-US"/>
        </a:p>
      </dgm:t>
    </dgm:pt>
    <dgm:pt modelId="{506D8AF9-B0F2-4666-88AE-171B50633F8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/>
            <a:t>Technical support</a:t>
          </a:r>
        </a:p>
      </dgm:t>
    </dgm:pt>
    <dgm:pt modelId="{4F605C52-B3C7-4349-BAA9-34AB62F5F0F8}" type="parTrans" cxnId="{9BD1DCDE-8B2D-4EA3-8610-409B2E16546B}">
      <dgm:prSet/>
      <dgm:spPr/>
      <dgm:t>
        <a:bodyPr/>
        <a:lstStyle/>
        <a:p>
          <a:endParaRPr lang="en-US"/>
        </a:p>
      </dgm:t>
    </dgm:pt>
    <dgm:pt modelId="{911E51E8-CA5F-4D82-B69B-D2161F448CF2}" type="sibTrans" cxnId="{9BD1DCDE-8B2D-4EA3-8610-409B2E16546B}">
      <dgm:prSet/>
      <dgm:spPr/>
      <dgm:t>
        <a:bodyPr/>
        <a:lstStyle/>
        <a:p>
          <a:endParaRPr lang="en-US"/>
        </a:p>
      </dgm:t>
    </dgm:pt>
    <dgm:pt modelId="{901281D3-31DC-420A-89C0-BB34DD0463E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/>
            <a:t>Build smart stations</a:t>
          </a:r>
        </a:p>
      </dgm:t>
    </dgm:pt>
    <dgm:pt modelId="{C91554FD-34FC-4D1A-A496-F602680D911C}" type="parTrans" cxnId="{BA640C32-2985-4B7C-A561-FA86E410B9AA}">
      <dgm:prSet/>
      <dgm:spPr/>
      <dgm:t>
        <a:bodyPr/>
        <a:lstStyle/>
        <a:p>
          <a:endParaRPr lang="en-US"/>
        </a:p>
      </dgm:t>
    </dgm:pt>
    <dgm:pt modelId="{D959007C-353B-4371-8FAC-E5271B63FA09}" type="sibTrans" cxnId="{BA640C32-2985-4B7C-A561-FA86E410B9AA}">
      <dgm:prSet/>
      <dgm:spPr/>
      <dgm:t>
        <a:bodyPr/>
        <a:lstStyle/>
        <a:p>
          <a:endParaRPr lang="en-US"/>
        </a:p>
      </dgm:t>
    </dgm:pt>
    <dgm:pt modelId="{70C2626B-9067-42AE-9A89-48517EFA160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/>
            <a:t>Manage digital ads</a:t>
          </a:r>
        </a:p>
      </dgm:t>
    </dgm:pt>
    <dgm:pt modelId="{4BA9F8BD-320E-4B78-B70B-39C1AB328A30}" type="parTrans" cxnId="{6BF1171B-F735-4FD1-A1BB-948A5A8EC2E9}">
      <dgm:prSet/>
      <dgm:spPr/>
      <dgm:t>
        <a:bodyPr/>
        <a:lstStyle/>
        <a:p>
          <a:endParaRPr lang="en-US"/>
        </a:p>
      </dgm:t>
    </dgm:pt>
    <dgm:pt modelId="{44BEC608-5F9B-4681-9638-A4A32CF99D49}" type="sibTrans" cxnId="{6BF1171B-F735-4FD1-A1BB-948A5A8EC2E9}">
      <dgm:prSet/>
      <dgm:spPr/>
      <dgm:t>
        <a:bodyPr/>
        <a:lstStyle/>
        <a:p>
          <a:endParaRPr lang="en-US"/>
        </a:p>
      </dgm:t>
    </dgm:pt>
    <dgm:pt modelId="{4E5EA064-9427-404B-920F-9012E17E4E78}" type="pres">
      <dgm:prSet presAssocID="{EB1A90FE-861F-4CD7-AE00-B829C5D10DEC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4732B5A2-7158-43D3-A966-8B00188FF549}" type="pres">
      <dgm:prSet presAssocID="{EB1A90FE-861F-4CD7-AE00-B829C5D10DEC}" presName="cycle" presStyleCnt="0"/>
      <dgm:spPr/>
    </dgm:pt>
    <dgm:pt modelId="{DDBD1E96-4A8B-4AA0-B44C-3E07355667C4}" type="pres">
      <dgm:prSet presAssocID="{EB1A90FE-861F-4CD7-AE00-B829C5D10DEC}" presName="centerShape" presStyleCnt="0"/>
      <dgm:spPr/>
    </dgm:pt>
    <dgm:pt modelId="{E53E6362-1550-4A1E-9C89-91781BF8F9E9}" type="pres">
      <dgm:prSet presAssocID="{EB1A90FE-861F-4CD7-AE00-B829C5D10DEC}" presName="connSite" presStyleLbl="node1" presStyleIdx="0" presStyleCnt="2"/>
      <dgm:spPr/>
    </dgm:pt>
    <dgm:pt modelId="{05EC7EDC-A859-4F13-92A4-28CE33025493}" type="pres">
      <dgm:prSet presAssocID="{EB1A90FE-861F-4CD7-AE00-B829C5D10DEC}" presName="visible" presStyleLbl="node1" presStyleIdx="0" presStyleCnt="2" custLinFactNeighborX="-15459" custLinFactNeighborY="1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5C326923-FA74-4E2E-B166-AB71C37EA6C2}" type="pres">
      <dgm:prSet presAssocID="{210B1C26-AD64-4188-8B75-855CA8137E51}" presName="Name25" presStyleLbl="parChTrans1D1" presStyleIdx="0" presStyleCnt="1"/>
      <dgm:spPr/>
    </dgm:pt>
    <dgm:pt modelId="{3F1984C7-962F-4B99-915A-D3D70F9CD669}" type="pres">
      <dgm:prSet presAssocID="{353F04F7-4C4D-405F-B4BF-3B2F56F7C3E2}" presName="node" presStyleCnt="0"/>
      <dgm:spPr/>
    </dgm:pt>
    <dgm:pt modelId="{6384AEB1-F9E8-4C9D-BD70-34F2DA7714C3}" type="pres">
      <dgm:prSet presAssocID="{353F04F7-4C4D-405F-B4BF-3B2F56F7C3E2}" presName="parentNode" presStyleLbl="node1" presStyleIdx="1" presStyleCnt="2" custLinFactNeighborX="8127" custLinFactNeighborY="0">
        <dgm:presLayoutVars>
          <dgm:chMax val="1"/>
          <dgm:bulletEnabled val="1"/>
        </dgm:presLayoutVars>
      </dgm:prSet>
      <dgm:spPr/>
    </dgm:pt>
    <dgm:pt modelId="{B78AD09C-09EA-4236-A289-730D7EC61185}" type="pres">
      <dgm:prSet presAssocID="{353F04F7-4C4D-405F-B4BF-3B2F56F7C3E2}" presName="childNode" presStyleLbl="revTx" presStyleIdx="0" presStyleCnt="1">
        <dgm:presLayoutVars>
          <dgm:bulletEnabled val="1"/>
        </dgm:presLayoutVars>
      </dgm:prSet>
      <dgm:spPr/>
    </dgm:pt>
  </dgm:ptLst>
  <dgm:cxnLst>
    <dgm:cxn modelId="{D89A260F-F338-4C8B-B922-8561A90DAA60}" srcId="{EB1A90FE-861F-4CD7-AE00-B829C5D10DEC}" destId="{353F04F7-4C4D-405F-B4BF-3B2F56F7C3E2}" srcOrd="0" destOrd="0" parTransId="{210B1C26-AD64-4188-8B75-855CA8137E51}" sibTransId="{7172418A-9B93-4A01-B21B-8E2B736CBA23}"/>
    <dgm:cxn modelId="{74DF8A12-8672-4732-87EB-AB1BA161EE80}" type="presOf" srcId="{AD213DF5-8FEA-4CA8-A4CD-770CD73909AE}" destId="{B78AD09C-09EA-4236-A289-730D7EC61185}" srcOrd="0" destOrd="1" presId="urn:microsoft.com/office/officeart/2005/8/layout/radial2"/>
    <dgm:cxn modelId="{15890516-C6F2-48FE-A5CB-B23147FD140F}" type="presOf" srcId="{901281D3-31DC-420A-89C0-BB34DD0463E8}" destId="{B78AD09C-09EA-4236-A289-730D7EC61185}" srcOrd="0" destOrd="3" presId="urn:microsoft.com/office/officeart/2005/8/layout/radial2"/>
    <dgm:cxn modelId="{6BF1171B-F735-4FD1-A1BB-948A5A8EC2E9}" srcId="{353F04F7-4C4D-405F-B4BF-3B2F56F7C3E2}" destId="{70C2626B-9067-42AE-9A89-48517EFA1605}" srcOrd="4" destOrd="0" parTransId="{4BA9F8BD-320E-4B78-B70B-39C1AB328A30}" sibTransId="{44BEC608-5F9B-4681-9638-A4A32CF99D49}"/>
    <dgm:cxn modelId="{21E30D2D-3F19-4B56-A269-258C0A44EEBC}" srcId="{353F04F7-4C4D-405F-B4BF-3B2F56F7C3E2}" destId="{04AB1D71-C756-4DC8-80D3-954846BEC779}" srcOrd="0" destOrd="0" parTransId="{DEDA6D39-FEB5-4893-AAF3-38C5C02A8DAF}" sibTransId="{B5DE0E64-A832-4ECC-857A-A454A10281C2}"/>
    <dgm:cxn modelId="{BA640C32-2985-4B7C-A561-FA86E410B9AA}" srcId="{353F04F7-4C4D-405F-B4BF-3B2F56F7C3E2}" destId="{901281D3-31DC-420A-89C0-BB34DD0463E8}" srcOrd="3" destOrd="0" parTransId="{C91554FD-34FC-4D1A-A496-F602680D911C}" sibTransId="{D959007C-353B-4371-8FAC-E5271B63FA09}"/>
    <dgm:cxn modelId="{E363DB40-548D-4A0A-BF78-A399AE92F9D2}" type="presOf" srcId="{210B1C26-AD64-4188-8B75-855CA8137E51}" destId="{5C326923-FA74-4E2E-B166-AB71C37EA6C2}" srcOrd="0" destOrd="0" presId="urn:microsoft.com/office/officeart/2005/8/layout/radial2"/>
    <dgm:cxn modelId="{10E04E68-A817-45E1-83F6-76F758F96AD0}" type="presOf" srcId="{70C2626B-9067-42AE-9A89-48517EFA1605}" destId="{B78AD09C-09EA-4236-A289-730D7EC61185}" srcOrd="0" destOrd="4" presId="urn:microsoft.com/office/officeart/2005/8/layout/radial2"/>
    <dgm:cxn modelId="{AA94388E-8242-4362-8FA4-779DE664D3BA}" type="presOf" srcId="{EB1A90FE-861F-4CD7-AE00-B829C5D10DEC}" destId="{4E5EA064-9427-404B-920F-9012E17E4E78}" srcOrd="0" destOrd="0" presId="urn:microsoft.com/office/officeart/2005/8/layout/radial2"/>
    <dgm:cxn modelId="{61D73CA2-ED76-413C-998B-AC8B77A83E4F}" type="presOf" srcId="{04AB1D71-C756-4DC8-80D3-954846BEC779}" destId="{B78AD09C-09EA-4236-A289-730D7EC61185}" srcOrd="0" destOrd="0" presId="urn:microsoft.com/office/officeart/2005/8/layout/radial2"/>
    <dgm:cxn modelId="{3DDF11B4-82C9-4D01-AB53-03A988D98405}" type="presOf" srcId="{506D8AF9-B0F2-4666-88AE-171B50633F8C}" destId="{B78AD09C-09EA-4236-A289-730D7EC61185}" srcOrd="0" destOrd="2" presId="urn:microsoft.com/office/officeart/2005/8/layout/radial2"/>
    <dgm:cxn modelId="{54D9F5B9-D7C1-4DA2-92B5-B311348D80DD}" srcId="{353F04F7-4C4D-405F-B4BF-3B2F56F7C3E2}" destId="{AD213DF5-8FEA-4CA8-A4CD-770CD73909AE}" srcOrd="1" destOrd="0" parTransId="{5A211549-D354-4BDE-AE4E-F429A4FADBB2}" sibTransId="{BE287F0E-294E-4714-9915-F29E4645A044}"/>
    <dgm:cxn modelId="{8D03DBD2-6167-4AED-9D25-830CF61F8DC4}" type="presOf" srcId="{353F04F7-4C4D-405F-B4BF-3B2F56F7C3E2}" destId="{6384AEB1-F9E8-4C9D-BD70-34F2DA7714C3}" srcOrd="0" destOrd="0" presId="urn:microsoft.com/office/officeart/2005/8/layout/radial2"/>
    <dgm:cxn modelId="{9BD1DCDE-8B2D-4EA3-8610-409B2E16546B}" srcId="{353F04F7-4C4D-405F-B4BF-3B2F56F7C3E2}" destId="{506D8AF9-B0F2-4666-88AE-171B50633F8C}" srcOrd="2" destOrd="0" parTransId="{4F605C52-B3C7-4349-BAA9-34AB62F5F0F8}" sibTransId="{911E51E8-CA5F-4D82-B69B-D2161F448CF2}"/>
    <dgm:cxn modelId="{09E74F0A-845A-4552-9B43-9E932F3A4752}" type="presParOf" srcId="{4E5EA064-9427-404B-920F-9012E17E4E78}" destId="{4732B5A2-7158-43D3-A966-8B00188FF549}" srcOrd="0" destOrd="0" presId="urn:microsoft.com/office/officeart/2005/8/layout/radial2"/>
    <dgm:cxn modelId="{0F8C7FF6-8C9B-4D27-8FB4-FA682FFE2627}" type="presParOf" srcId="{4732B5A2-7158-43D3-A966-8B00188FF549}" destId="{DDBD1E96-4A8B-4AA0-B44C-3E07355667C4}" srcOrd="0" destOrd="0" presId="urn:microsoft.com/office/officeart/2005/8/layout/radial2"/>
    <dgm:cxn modelId="{56DA5C73-13AB-4893-99F1-DA6FEB09E1CB}" type="presParOf" srcId="{DDBD1E96-4A8B-4AA0-B44C-3E07355667C4}" destId="{E53E6362-1550-4A1E-9C89-91781BF8F9E9}" srcOrd="0" destOrd="0" presId="urn:microsoft.com/office/officeart/2005/8/layout/radial2"/>
    <dgm:cxn modelId="{B4C916F1-2DDE-4564-A21B-87822BB2E687}" type="presParOf" srcId="{DDBD1E96-4A8B-4AA0-B44C-3E07355667C4}" destId="{05EC7EDC-A859-4F13-92A4-28CE33025493}" srcOrd="1" destOrd="0" presId="urn:microsoft.com/office/officeart/2005/8/layout/radial2"/>
    <dgm:cxn modelId="{6C194F48-0067-40EB-ABC3-CD12EC2D81B4}" type="presParOf" srcId="{4732B5A2-7158-43D3-A966-8B00188FF549}" destId="{5C326923-FA74-4E2E-B166-AB71C37EA6C2}" srcOrd="1" destOrd="0" presId="urn:microsoft.com/office/officeart/2005/8/layout/radial2"/>
    <dgm:cxn modelId="{158B4E0E-6E92-4379-9E26-2272191D5479}" type="presParOf" srcId="{4732B5A2-7158-43D3-A966-8B00188FF549}" destId="{3F1984C7-962F-4B99-915A-D3D70F9CD669}" srcOrd="2" destOrd="0" presId="urn:microsoft.com/office/officeart/2005/8/layout/radial2"/>
    <dgm:cxn modelId="{4E576275-5845-42A6-8E07-1AD5DF71AAFE}" type="presParOf" srcId="{3F1984C7-962F-4B99-915A-D3D70F9CD669}" destId="{6384AEB1-F9E8-4C9D-BD70-34F2DA7714C3}" srcOrd="0" destOrd="0" presId="urn:microsoft.com/office/officeart/2005/8/layout/radial2"/>
    <dgm:cxn modelId="{DB0F5D9C-3034-465A-80CA-FE682CC619BC}" type="presParOf" srcId="{3F1984C7-962F-4B99-915A-D3D70F9CD669}" destId="{B78AD09C-09EA-4236-A289-730D7EC61185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49AE28B-B44E-4391-9B0D-E629EC6A8966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463018-37D5-485D-818C-84A50A04AC16}">
      <dgm:prSet/>
      <dgm:spPr/>
      <dgm:t>
        <a:bodyPr/>
        <a:lstStyle/>
        <a:p>
          <a:r>
            <a:rPr lang="en-US" b="1" dirty="0"/>
            <a:t>Distribution Channel Activities</a:t>
          </a:r>
          <a:endParaRPr lang="en-US" dirty="0"/>
        </a:p>
      </dgm:t>
    </dgm:pt>
    <dgm:pt modelId="{17A7D833-A41F-4E2C-8EF6-5150224FF7E8}" type="parTrans" cxnId="{B47EAA62-03AC-4D7C-9673-257B18D80383}">
      <dgm:prSet/>
      <dgm:spPr/>
      <dgm:t>
        <a:bodyPr/>
        <a:lstStyle/>
        <a:p>
          <a:endParaRPr lang="en-US"/>
        </a:p>
      </dgm:t>
    </dgm:pt>
    <dgm:pt modelId="{A6B30F54-3452-450F-A6F2-D413CD86906E}" type="sibTrans" cxnId="{B47EAA62-03AC-4D7C-9673-257B18D80383}">
      <dgm:prSet/>
      <dgm:spPr/>
      <dgm:t>
        <a:bodyPr/>
        <a:lstStyle/>
        <a:p>
          <a:endParaRPr lang="en-US"/>
        </a:p>
      </dgm:t>
    </dgm:pt>
    <dgm:pt modelId="{CCC1042B-9BDD-406D-A8F6-1A5F0FDC611C}">
      <dgm:prSet custT="1"/>
      <dgm:spPr/>
      <dgm:t>
        <a:bodyPr/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Install &amp; maintain stations </a:t>
          </a:r>
        </a:p>
      </dgm:t>
    </dgm:pt>
    <dgm:pt modelId="{01D59CD4-640F-4C58-8110-8F496FF4DBE7}" type="parTrans" cxnId="{8A4D4C60-BFD6-4F50-B86D-FD8A6F83904A}">
      <dgm:prSet/>
      <dgm:spPr/>
      <dgm:t>
        <a:bodyPr/>
        <a:lstStyle/>
        <a:p>
          <a:endParaRPr lang="en-US"/>
        </a:p>
      </dgm:t>
    </dgm:pt>
    <dgm:pt modelId="{6FD1CFE7-3889-44A7-879F-C968F39B7B8A}" type="sibTrans" cxnId="{8A4D4C60-BFD6-4F50-B86D-FD8A6F83904A}">
      <dgm:prSet/>
      <dgm:spPr/>
      <dgm:t>
        <a:bodyPr/>
        <a:lstStyle/>
        <a:p>
          <a:endParaRPr lang="en-US"/>
        </a:p>
      </dgm:t>
    </dgm:pt>
    <dgm:pt modelId="{EDB69943-C8D5-43C6-8C6C-4E56A40B3542}">
      <dgm:prSet custT="1"/>
      <dgm:spPr/>
      <dgm:t>
        <a:bodyPr/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Update app features </a:t>
          </a:r>
        </a:p>
      </dgm:t>
    </dgm:pt>
    <dgm:pt modelId="{55326D01-3710-4598-832F-4A4DA69F60A2}" type="parTrans" cxnId="{8C6FF48C-0DA3-4C5A-8646-1EFB4F9036B2}">
      <dgm:prSet/>
      <dgm:spPr/>
      <dgm:t>
        <a:bodyPr/>
        <a:lstStyle/>
        <a:p>
          <a:endParaRPr lang="en-US"/>
        </a:p>
      </dgm:t>
    </dgm:pt>
    <dgm:pt modelId="{EAA16AE0-929B-4374-9BDF-385497D019DB}" type="sibTrans" cxnId="{8C6FF48C-0DA3-4C5A-8646-1EFB4F9036B2}">
      <dgm:prSet/>
      <dgm:spPr/>
      <dgm:t>
        <a:bodyPr/>
        <a:lstStyle/>
        <a:p>
          <a:endParaRPr lang="en-US"/>
        </a:p>
      </dgm:t>
    </dgm:pt>
    <dgm:pt modelId="{EAE306EF-A95F-46E0-9DC7-9CC5E49E239A}">
      <dgm:prSet custT="1"/>
      <dgm:spPr/>
      <dgm:t>
        <a:bodyPr/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Expand to universities </a:t>
          </a:r>
        </a:p>
      </dgm:t>
    </dgm:pt>
    <dgm:pt modelId="{AF4E9303-C06E-4D7B-8C0B-5A10894FD11C}" type="parTrans" cxnId="{BFFDECAF-BAD5-4B34-A9FB-F187AD5A32B4}">
      <dgm:prSet/>
      <dgm:spPr/>
      <dgm:t>
        <a:bodyPr/>
        <a:lstStyle/>
        <a:p>
          <a:endParaRPr lang="en-US"/>
        </a:p>
      </dgm:t>
    </dgm:pt>
    <dgm:pt modelId="{D0A6B65F-3E85-40EE-BFDC-0D19CFCF4420}" type="sibTrans" cxnId="{BFFDECAF-BAD5-4B34-A9FB-F187AD5A32B4}">
      <dgm:prSet/>
      <dgm:spPr/>
      <dgm:t>
        <a:bodyPr/>
        <a:lstStyle/>
        <a:p>
          <a:endParaRPr lang="en-US"/>
        </a:p>
      </dgm:t>
    </dgm:pt>
    <dgm:pt modelId="{3452FBE4-53AB-431B-BD06-7A58B2216A36}">
      <dgm:prSet custT="1"/>
      <dgm:spPr/>
      <dgm:t>
        <a:bodyPr/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Coordinate with partners </a:t>
          </a:r>
        </a:p>
      </dgm:t>
    </dgm:pt>
    <dgm:pt modelId="{434D3778-1925-4494-B18C-DA53239A1A98}" type="parTrans" cxnId="{A4633614-83D2-4D53-B4E7-83B9B5253560}">
      <dgm:prSet/>
      <dgm:spPr/>
      <dgm:t>
        <a:bodyPr/>
        <a:lstStyle/>
        <a:p>
          <a:endParaRPr lang="en-US"/>
        </a:p>
      </dgm:t>
    </dgm:pt>
    <dgm:pt modelId="{0B6E236E-AC1C-4A94-A408-84AF658BF212}" type="sibTrans" cxnId="{A4633614-83D2-4D53-B4E7-83B9B5253560}">
      <dgm:prSet/>
      <dgm:spPr/>
      <dgm:t>
        <a:bodyPr/>
        <a:lstStyle/>
        <a:p>
          <a:endParaRPr lang="en-US"/>
        </a:p>
      </dgm:t>
    </dgm:pt>
    <dgm:pt modelId="{58C59E33-6474-4262-BB32-F7EBF911B265}">
      <dgm:prSet custT="1"/>
      <dgm:spPr/>
      <dgm:t>
        <a:bodyPr/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Integrate GPS with AI </a:t>
          </a:r>
        </a:p>
      </dgm:t>
    </dgm:pt>
    <dgm:pt modelId="{1A7604BD-8AFD-4B3D-AC21-E0D90607A921}" type="parTrans" cxnId="{F409822D-C439-494F-B9D7-506CCCED3A44}">
      <dgm:prSet/>
      <dgm:spPr/>
      <dgm:t>
        <a:bodyPr/>
        <a:lstStyle/>
        <a:p>
          <a:endParaRPr lang="en-US"/>
        </a:p>
      </dgm:t>
    </dgm:pt>
    <dgm:pt modelId="{B236E4DC-86F9-42D7-B95B-B6429783CC6B}" type="sibTrans" cxnId="{F409822D-C439-494F-B9D7-506CCCED3A44}">
      <dgm:prSet/>
      <dgm:spPr/>
      <dgm:t>
        <a:bodyPr/>
        <a:lstStyle/>
        <a:p>
          <a:endParaRPr lang="en-US"/>
        </a:p>
      </dgm:t>
    </dgm:pt>
    <dgm:pt modelId="{83F74145-F2B3-43CD-8C94-CF86F0D4B3C0}" type="pres">
      <dgm:prSet presAssocID="{149AE28B-B44E-4391-9B0D-E629EC6A8966}" presName="composite" presStyleCnt="0">
        <dgm:presLayoutVars>
          <dgm:chMax val="5"/>
          <dgm:dir val="rev"/>
          <dgm:animLvl val="ctr"/>
          <dgm:resizeHandles val="exact"/>
        </dgm:presLayoutVars>
      </dgm:prSet>
      <dgm:spPr/>
    </dgm:pt>
    <dgm:pt modelId="{460C8650-FF1C-49EE-AE11-EAEA9636C8DF}" type="pres">
      <dgm:prSet presAssocID="{149AE28B-B44E-4391-9B0D-E629EC6A8966}" presName="cycle" presStyleCnt="0"/>
      <dgm:spPr/>
    </dgm:pt>
    <dgm:pt modelId="{95DC1021-4FE4-40BB-8CBA-C36BD93348A2}" type="pres">
      <dgm:prSet presAssocID="{149AE28B-B44E-4391-9B0D-E629EC6A8966}" presName="centerShape" presStyleCnt="0"/>
      <dgm:spPr/>
    </dgm:pt>
    <dgm:pt modelId="{9698A14D-5FD0-483A-96A7-51E9188F7262}" type="pres">
      <dgm:prSet presAssocID="{149AE28B-B44E-4391-9B0D-E629EC6A8966}" presName="connSite" presStyleLbl="node1" presStyleIdx="0" presStyleCnt="2"/>
      <dgm:spPr/>
    </dgm:pt>
    <dgm:pt modelId="{87CA35A9-968C-47D6-BCEB-012825A512AD}" type="pres">
      <dgm:prSet presAssocID="{149AE28B-B44E-4391-9B0D-E629EC6A8966}" presName="visible" presStyleLbl="node1" presStyleIdx="0" presStyleCnt="2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F81BEC92-4FA6-424F-BECA-F8C7F69ECF16}" type="pres">
      <dgm:prSet presAssocID="{17A7D833-A41F-4E2C-8EF6-5150224FF7E8}" presName="Name25" presStyleLbl="parChTrans1D1" presStyleIdx="0" presStyleCnt="1"/>
      <dgm:spPr/>
    </dgm:pt>
    <dgm:pt modelId="{AC1BCE24-8263-472D-8335-333E15AFDC76}" type="pres">
      <dgm:prSet presAssocID="{57463018-37D5-485D-818C-84A50A04AC16}" presName="node" presStyleCnt="0"/>
      <dgm:spPr/>
    </dgm:pt>
    <dgm:pt modelId="{757C3806-A9B8-4AFB-BC34-B4F04A0DE97E}" type="pres">
      <dgm:prSet presAssocID="{57463018-37D5-485D-818C-84A50A04AC16}" presName="parentNode" presStyleLbl="node1" presStyleIdx="1" presStyleCnt="2" custScaleX="111262" custLinFactNeighborX="12237" custLinFactNeighborY="1173">
        <dgm:presLayoutVars>
          <dgm:chMax val="1"/>
          <dgm:bulletEnabled val="1"/>
        </dgm:presLayoutVars>
      </dgm:prSet>
      <dgm:spPr/>
    </dgm:pt>
    <dgm:pt modelId="{97643160-4AD3-4808-A0E0-12CD913D13C1}" type="pres">
      <dgm:prSet presAssocID="{57463018-37D5-485D-818C-84A50A04AC16}" presName="childNode" presStyleLbl="revTx" presStyleIdx="0" presStyleCnt="1">
        <dgm:presLayoutVars>
          <dgm:bulletEnabled val="1"/>
        </dgm:presLayoutVars>
      </dgm:prSet>
      <dgm:spPr/>
    </dgm:pt>
  </dgm:ptLst>
  <dgm:cxnLst>
    <dgm:cxn modelId="{1D24AD02-23CD-431D-8117-5DC2CA61B3C3}" type="presOf" srcId="{3452FBE4-53AB-431B-BD06-7A58B2216A36}" destId="{97643160-4AD3-4808-A0E0-12CD913D13C1}" srcOrd="0" destOrd="4" presId="urn:microsoft.com/office/officeart/2005/8/layout/radial2"/>
    <dgm:cxn modelId="{A4633614-83D2-4D53-B4E7-83B9B5253560}" srcId="{57463018-37D5-485D-818C-84A50A04AC16}" destId="{3452FBE4-53AB-431B-BD06-7A58B2216A36}" srcOrd="4" destOrd="0" parTransId="{434D3778-1925-4494-B18C-DA53239A1A98}" sibTransId="{0B6E236E-AC1C-4A94-A408-84AF658BF212}"/>
    <dgm:cxn modelId="{F4A8411F-D23C-4C14-B4D7-08ED990C4B61}" type="presOf" srcId="{149AE28B-B44E-4391-9B0D-E629EC6A8966}" destId="{83F74145-F2B3-43CD-8C94-CF86F0D4B3C0}" srcOrd="0" destOrd="0" presId="urn:microsoft.com/office/officeart/2005/8/layout/radial2"/>
    <dgm:cxn modelId="{F409822D-C439-494F-B9D7-506CCCED3A44}" srcId="{57463018-37D5-485D-818C-84A50A04AC16}" destId="{58C59E33-6474-4262-BB32-F7EBF911B265}" srcOrd="0" destOrd="0" parTransId="{1A7604BD-8AFD-4B3D-AC21-E0D90607A921}" sibTransId="{B236E4DC-86F9-42D7-B95B-B6429783CC6B}"/>
    <dgm:cxn modelId="{8A4D4C60-BFD6-4F50-B86D-FD8A6F83904A}" srcId="{57463018-37D5-485D-818C-84A50A04AC16}" destId="{CCC1042B-9BDD-406D-A8F6-1A5F0FDC611C}" srcOrd="1" destOrd="0" parTransId="{01D59CD4-640F-4C58-8110-8F496FF4DBE7}" sibTransId="{6FD1CFE7-3889-44A7-879F-C968F39B7B8A}"/>
    <dgm:cxn modelId="{B47EAA62-03AC-4D7C-9673-257B18D80383}" srcId="{149AE28B-B44E-4391-9B0D-E629EC6A8966}" destId="{57463018-37D5-485D-818C-84A50A04AC16}" srcOrd="0" destOrd="0" parTransId="{17A7D833-A41F-4E2C-8EF6-5150224FF7E8}" sibTransId="{A6B30F54-3452-450F-A6F2-D413CD86906E}"/>
    <dgm:cxn modelId="{8C6FF48C-0DA3-4C5A-8646-1EFB4F9036B2}" srcId="{57463018-37D5-485D-818C-84A50A04AC16}" destId="{EDB69943-C8D5-43C6-8C6C-4E56A40B3542}" srcOrd="2" destOrd="0" parTransId="{55326D01-3710-4598-832F-4A4DA69F60A2}" sibTransId="{EAA16AE0-929B-4374-9BDF-385497D019DB}"/>
    <dgm:cxn modelId="{068D2CA5-79BC-4709-BF01-8A0854739630}" type="presOf" srcId="{EDB69943-C8D5-43C6-8C6C-4E56A40B3542}" destId="{97643160-4AD3-4808-A0E0-12CD913D13C1}" srcOrd="0" destOrd="2" presId="urn:microsoft.com/office/officeart/2005/8/layout/radial2"/>
    <dgm:cxn modelId="{BFFDECAF-BAD5-4B34-A9FB-F187AD5A32B4}" srcId="{57463018-37D5-485D-818C-84A50A04AC16}" destId="{EAE306EF-A95F-46E0-9DC7-9CC5E49E239A}" srcOrd="3" destOrd="0" parTransId="{AF4E9303-C06E-4D7B-8C0B-5A10894FD11C}" sibTransId="{D0A6B65F-3E85-40EE-BFDC-0D19CFCF4420}"/>
    <dgm:cxn modelId="{3BF1FAC9-7717-4772-BE8C-1960A581164C}" type="presOf" srcId="{57463018-37D5-485D-818C-84A50A04AC16}" destId="{757C3806-A9B8-4AFB-BC34-B4F04A0DE97E}" srcOrd="0" destOrd="0" presId="urn:microsoft.com/office/officeart/2005/8/layout/radial2"/>
    <dgm:cxn modelId="{6E5FB0CA-FC50-4AC9-B888-65FBF557EBE9}" type="presOf" srcId="{EAE306EF-A95F-46E0-9DC7-9CC5E49E239A}" destId="{97643160-4AD3-4808-A0E0-12CD913D13C1}" srcOrd="0" destOrd="3" presId="urn:microsoft.com/office/officeart/2005/8/layout/radial2"/>
    <dgm:cxn modelId="{9CF94FD2-5281-4A5D-AEE2-217B5E8A6DBA}" type="presOf" srcId="{CCC1042B-9BDD-406D-A8F6-1A5F0FDC611C}" destId="{97643160-4AD3-4808-A0E0-12CD913D13C1}" srcOrd="0" destOrd="1" presId="urn:microsoft.com/office/officeart/2005/8/layout/radial2"/>
    <dgm:cxn modelId="{253BE4D5-739F-4B6A-ACA0-6B16FFF0A6C0}" type="presOf" srcId="{17A7D833-A41F-4E2C-8EF6-5150224FF7E8}" destId="{F81BEC92-4FA6-424F-BECA-F8C7F69ECF16}" srcOrd="0" destOrd="0" presId="urn:microsoft.com/office/officeart/2005/8/layout/radial2"/>
    <dgm:cxn modelId="{BBA4C6E1-7BFC-4196-AE02-6936EAF56708}" type="presOf" srcId="{58C59E33-6474-4262-BB32-F7EBF911B265}" destId="{97643160-4AD3-4808-A0E0-12CD913D13C1}" srcOrd="0" destOrd="0" presId="urn:microsoft.com/office/officeart/2005/8/layout/radial2"/>
    <dgm:cxn modelId="{E3CEA830-1213-4AEF-BA3B-ECF2CD38E605}" type="presParOf" srcId="{83F74145-F2B3-43CD-8C94-CF86F0D4B3C0}" destId="{460C8650-FF1C-49EE-AE11-EAEA9636C8DF}" srcOrd="0" destOrd="0" presId="urn:microsoft.com/office/officeart/2005/8/layout/radial2"/>
    <dgm:cxn modelId="{A8149577-21FE-4E61-93D6-1B4643A44247}" type="presParOf" srcId="{460C8650-FF1C-49EE-AE11-EAEA9636C8DF}" destId="{95DC1021-4FE4-40BB-8CBA-C36BD93348A2}" srcOrd="0" destOrd="0" presId="urn:microsoft.com/office/officeart/2005/8/layout/radial2"/>
    <dgm:cxn modelId="{75005DCF-A037-4AC9-A62F-4F53FA0A79B4}" type="presParOf" srcId="{95DC1021-4FE4-40BB-8CBA-C36BD93348A2}" destId="{9698A14D-5FD0-483A-96A7-51E9188F7262}" srcOrd="0" destOrd="0" presId="urn:microsoft.com/office/officeart/2005/8/layout/radial2"/>
    <dgm:cxn modelId="{8363A0DE-D685-4A56-935E-59B6D27779E2}" type="presParOf" srcId="{95DC1021-4FE4-40BB-8CBA-C36BD93348A2}" destId="{87CA35A9-968C-47D6-BCEB-012825A512AD}" srcOrd="1" destOrd="0" presId="urn:microsoft.com/office/officeart/2005/8/layout/radial2"/>
    <dgm:cxn modelId="{C94186D8-0F98-4191-BED4-6FF5207BC489}" type="presParOf" srcId="{460C8650-FF1C-49EE-AE11-EAEA9636C8DF}" destId="{F81BEC92-4FA6-424F-BECA-F8C7F69ECF16}" srcOrd="1" destOrd="0" presId="urn:microsoft.com/office/officeart/2005/8/layout/radial2"/>
    <dgm:cxn modelId="{501C12F8-4008-4DD2-A25F-4CC64707F9D1}" type="presParOf" srcId="{460C8650-FF1C-49EE-AE11-EAEA9636C8DF}" destId="{AC1BCE24-8263-472D-8335-333E15AFDC76}" srcOrd="2" destOrd="0" presId="urn:microsoft.com/office/officeart/2005/8/layout/radial2"/>
    <dgm:cxn modelId="{A9B45B98-AABD-4E08-9234-EE769029BB69}" type="presParOf" srcId="{AC1BCE24-8263-472D-8335-333E15AFDC76}" destId="{757C3806-A9B8-4AFB-BC34-B4F04A0DE97E}" srcOrd="0" destOrd="0" presId="urn:microsoft.com/office/officeart/2005/8/layout/radial2"/>
    <dgm:cxn modelId="{22C42C2D-6407-48EC-AB5B-FD9BCC94A2AA}" type="presParOf" srcId="{AC1BCE24-8263-472D-8335-333E15AFDC76}" destId="{97643160-4AD3-4808-A0E0-12CD913D13C1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92FE62E-FB8D-4F24-9EAB-5107D66490B6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842469-4C90-4BBF-9095-6A20959828B4}">
      <dgm:prSet/>
      <dgm:spPr/>
      <dgm:t>
        <a:bodyPr/>
        <a:lstStyle/>
        <a:p>
          <a:r>
            <a:rPr lang="en-US" b="1" dirty="0"/>
            <a:t>Customer Relationship Activities</a:t>
          </a:r>
          <a:endParaRPr lang="en-US" dirty="0"/>
        </a:p>
      </dgm:t>
    </dgm:pt>
    <dgm:pt modelId="{C736AD07-13F9-490D-A53B-750C83B49C0E}" type="parTrans" cxnId="{79F1CA1E-4E6B-45C7-B5EC-BE134F58E77D}">
      <dgm:prSet/>
      <dgm:spPr/>
      <dgm:t>
        <a:bodyPr/>
        <a:lstStyle/>
        <a:p>
          <a:endParaRPr lang="en-US"/>
        </a:p>
      </dgm:t>
    </dgm:pt>
    <dgm:pt modelId="{92593921-0269-4DEE-9B15-C11B4154A16A}" type="sibTrans" cxnId="{79F1CA1E-4E6B-45C7-B5EC-BE134F58E77D}">
      <dgm:prSet/>
      <dgm:spPr/>
      <dgm:t>
        <a:bodyPr/>
        <a:lstStyle/>
        <a:p>
          <a:endParaRPr lang="en-US"/>
        </a:p>
      </dgm:t>
    </dgm:pt>
    <dgm:pt modelId="{756D642D-ABE9-44DC-9C50-A1AFA32499BB}">
      <dgm:prSet custT="1"/>
      <dgm:spPr/>
      <dgm:t>
        <a:bodyPr/>
        <a:lstStyle/>
        <a:p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Customer support</a:t>
          </a:r>
        </a:p>
      </dgm:t>
    </dgm:pt>
    <dgm:pt modelId="{6F3CC2F4-E7F9-4D08-BCC3-F3B1A03C54A8}" type="parTrans" cxnId="{99F4244B-FB47-47A0-B73A-D60A6D3CA484}">
      <dgm:prSet/>
      <dgm:spPr/>
      <dgm:t>
        <a:bodyPr/>
        <a:lstStyle/>
        <a:p>
          <a:endParaRPr lang="en-US"/>
        </a:p>
      </dgm:t>
    </dgm:pt>
    <dgm:pt modelId="{9F9585B0-0610-4DFE-907E-15E99BF1977C}" type="sibTrans" cxnId="{99F4244B-FB47-47A0-B73A-D60A6D3CA484}">
      <dgm:prSet/>
      <dgm:spPr/>
      <dgm:t>
        <a:bodyPr/>
        <a:lstStyle/>
        <a:p>
          <a:endParaRPr lang="en-US"/>
        </a:p>
      </dgm:t>
    </dgm:pt>
    <dgm:pt modelId="{38D4CA84-2AC5-4A4F-860A-7F1896E3C47D}">
      <dgm:prSet custT="1"/>
      <dgm:spPr/>
      <dgm:t>
        <a:bodyPr/>
        <a:lstStyle/>
        <a:p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Personalized alerts</a:t>
          </a:r>
        </a:p>
      </dgm:t>
    </dgm:pt>
    <dgm:pt modelId="{AF3B02C4-9C51-4B8E-8895-8213842408B2}" type="parTrans" cxnId="{9F968338-BEDF-47E5-8ABE-EBD3493CA671}">
      <dgm:prSet/>
      <dgm:spPr/>
      <dgm:t>
        <a:bodyPr/>
        <a:lstStyle/>
        <a:p>
          <a:endParaRPr lang="en-US"/>
        </a:p>
      </dgm:t>
    </dgm:pt>
    <dgm:pt modelId="{46AAD644-162B-4534-B3E9-591726417A6C}" type="sibTrans" cxnId="{9F968338-BEDF-47E5-8ABE-EBD3493CA671}">
      <dgm:prSet/>
      <dgm:spPr/>
      <dgm:t>
        <a:bodyPr/>
        <a:lstStyle/>
        <a:p>
          <a:endParaRPr lang="en-US"/>
        </a:p>
      </dgm:t>
    </dgm:pt>
    <dgm:pt modelId="{F3EEEE09-CDD8-48DC-B35B-EA946DCFA158}">
      <dgm:prSet custT="1"/>
      <dgm:spPr/>
      <dgm:t>
        <a:bodyPr/>
        <a:lstStyle/>
        <a:p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Clear communication</a:t>
          </a:r>
        </a:p>
      </dgm:t>
    </dgm:pt>
    <dgm:pt modelId="{7CAFDF74-9BD5-4CF5-82AC-80D739AE14CD}" type="parTrans" cxnId="{DA288C99-152C-4FF3-A27D-EE5CB3A7F87E}">
      <dgm:prSet/>
      <dgm:spPr/>
      <dgm:t>
        <a:bodyPr/>
        <a:lstStyle/>
        <a:p>
          <a:endParaRPr lang="en-US"/>
        </a:p>
      </dgm:t>
    </dgm:pt>
    <dgm:pt modelId="{899979A7-9A22-4C50-B6CA-9B0461D5DCB7}" type="sibTrans" cxnId="{DA288C99-152C-4FF3-A27D-EE5CB3A7F87E}">
      <dgm:prSet/>
      <dgm:spPr/>
      <dgm:t>
        <a:bodyPr/>
        <a:lstStyle/>
        <a:p>
          <a:endParaRPr lang="en-US"/>
        </a:p>
      </dgm:t>
    </dgm:pt>
    <dgm:pt modelId="{FB50F7CC-3E68-4472-BCAE-414E0E75D273}">
      <dgm:prSet custT="1"/>
      <dgm:spPr/>
      <dgm:t>
        <a:bodyPr/>
        <a:lstStyle/>
        <a:p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Collect feedback</a:t>
          </a:r>
        </a:p>
      </dgm:t>
    </dgm:pt>
    <dgm:pt modelId="{E0EE5163-2346-419B-B708-4955A888B534}" type="parTrans" cxnId="{E2375A74-3BC4-45FC-A4A0-861E2A5BC603}">
      <dgm:prSet/>
      <dgm:spPr/>
      <dgm:t>
        <a:bodyPr/>
        <a:lstStyle/>
        <a:p>
          <a:endParaRPr lang="en-US"/>
        </a:p>
      </dgm:t>
    </dgm:pt>
    <dgm:pt modelId="{F232EFDA-51D7-4CD1-AF2B-CC420EBD6B05}" type="sibTrans" cxnId="{E2375A74-3BC4-45FC-A4A0-861E2A5BC603}">
      <dgm:prSet/>
      <dgm:spPr/>
      <dgm:t>
        <a:bodyPr/>
        <a:lstStyle/>
        <a:p>
          <a:endParaRPr lang="en-US"/>
        </a:p>
      </dgm:t>
    </dgm:pt>
    <dgm:pt modelId="{FE6562C4-05BC-4784-B6B2-ABE1EFA3F8FA}" type="pres">
      <dgm:prSet presAssocID="{292FE62E-FB8D-4F24-9EAB-5107D66490B6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6694D44C-E719-496E-ACD5-9D14ED447B85}" type="pres">
      <dgm:prSet presAssocID="{292FE62E-FB8D-4F24-9EAB-5107D66490B6}" presName="cycle" presStyleCnt="0"/>
      <dgm:spPr/>
    </dgm:pt>
    <dgm:pt modelId="{30A78995-8A80-4046-B7E1-9CE61A31FAEF}" type="pres">
      <dgm:prSet presAssocID="{292FE62E-FB8D-4F24-9EAB-5107D66490B6}" presName="centerShape" presStyleCnt="0"/>
      <dgm:spPr/>
    </dgm:pt>
    <dgm:pt modelId="{20D27CFE-7B9B-4D86-9D25-36CFF0E7052D}" type="pres">
      <dgm:prSet presAssocID="{292FE62E-FB8D-4F24-9EAB-5107D66490B6}" presName="connSite" presStyleLbl="node1" presStyleIdx="0" presStyleCnt="2"/>
      <dgm:spPr/>
    </dgm:pt>
    <dgm:pt modelId="{DD9A6225-F964-4480-B4B0-9164B4072559}" type="pres">
      <dgm:prSet presAssocID="{292FE62E-FB8D-4F24-9EAB-5107D66490B6}" presName="visible" presStyleLbl="node1" presStyleIdx="0" presStyleCnt="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773638F0-3F14-4762-8EE1-13147E656D9F}" type="pres">
      <dgm:prSet presAssocID="{C736AD07-13F9-490D-A53B-750C83B49C0E}" presName="Name25" presStyleLbl="parChTrans1D1" presStyleIdx="0" presStyleCnt="1"/>
      <dgm:spPr/>
    </dgm:pt>
    <dgm:pt modelId="{318E3E7A-6ABF-4B36-9460-EB0095122B03}" type="pres">
      <dgm:prSet presAssocID="{1A842469-4C90-4BBF-9095-6A20959828B4}" presName="node" presStyleCnt="0"/>
      <dgm:spPr/>
    </dgm:pt>
    <dgm:pt modelId="{FB95BDF2-9730-49D9-AC28-1886BCD3B74D}" type="pres">
      <dgm:prSet presAssocID="{1A842469-4C90-4BBF-9095-6A20959828B4}" presName="parentNode" presStyleLbl="node1" presStyleIdx="1" presStyleCnt="2" custLinFactNeighborX="29596" custLinFactNeighborY="-3075">
        <dgm:presLayoutVars>
          <dgm:chMax val="1"/>
          <dgm:bulletEnabled val="1"/>
        </dgm:presLayoutVars>
      </dgm:prSet>
      <dgm:spPr/>
    </dgm:pt>
    <dgm:pt modelId="{EEA7C110-9BB0-4093-8FA0-0139CD4433F7}" type="pres">
      <dgm:prSet presAssocID="{1A842469-4C90-4BBF-9095-6A20959828B4}" presName="childNode" presStyleLbl="revTx" presStyleIdx="0" presStyleCnt="1">
        <dgm:presLayoutVars>
          <dgm:bulletEnabled val="1"/>
        </dgm:presLayoutVars>
      </dgm:prSet>
      <dgm:spPr/>
    </dgm:pt>
  </dgm:ptLst>
  <dgm:cxnLst>
    <dgm:cxn modelId="{79F1CA1E-4E6B-45C7-B5EC-BE134F58E77D}" srcId="{292FE62E-FB8D-4F24-9EAB-5107D66490B6}" destId="{1A842469-4C90-4BBF-9095-6A20959828B4}" srcOrd="0" destOrd="0" parTransId="{C736AD07-13F9-490D-A53B-750C83B49C0E}" sibTransId="{92593921-0269-4DEE-9B15-C11B4154A16A}"/>
    <dgm:cxn modelId="{BBD8E725-F8FE-408F-BF16-8815AF3D1A11}" type="presOf" srcId="{38D4CA84-2AC5-4A4F-860A-7F1896E3C47D}" destId="{EEA7C110-9BB0-4093-8FA0-0139CD4433F7}" srcOrd="0" destOrd="3" presId="urn:microsoft.com/office/officeart/2005/8/layout/radial2"/>
    <dgm:cxn modelId="{9F968338-BEDF-47E5-8ABE-EBD3493CA671}" srcId="{1A842469-4C90-4BBF-9095-6A20959828B4}" destId="{38D4CA84-2AC5-4A4F-860A-7F1896E3C47D}" srcOrd="3" destOrd="0" parTransId="{AF3B02C4-9C51-4B8E-8895-8213842408B2}" sibTransId="{46AAD644-162B-4534-B3E9-591726417A6C}"/>
    <dgm:cxn modelId="{99F4244B-FB47-47A0-B73A-D60A6D3CA484}" srcId="{1A842469-4C90-4BBF-9095-6A20959828B4}" destId="{756D642D-ABE9-44DC-9C50-A1AFA32499BB}" srcOrd="0" destOrd="0" parTransId="{6F3CC2F4-E7F9-4D08-BCC3-F3B1A03C54A8}" sibTransId="{9F9585B0-0610-4DFE-907E-15E99BF1977C}"/>
    <dgm:cxn modelId="{E2375A74-3BC4-45FC-A4A0-861E2A5BC603}" srcId="{1A842469-4C90-4BBF-9095-6A20959828B4}" destId="{FB50F7CC-3E68-4472-BCAE-414E0E75D273}" srcOrd="1" destOrd="0" parTransId="{E0EE5163-2346-419B-B708-4955A888B534}" sibTransId="{F232EFDA-51D7-4CD1-AF2B-CC420EBD6B05}"/>
    <dgm:cxn modelId="{BA12BA7D-69A1-4A7A-8ED7-94C6B3073037}" type="presOf" srcId="{FB50F7CC-3E68-4472-BCAE-414E0E75D273}" destId="{EEA7C110-9BB0-4093-8FA0-0139CD4433F7}" srcOrd="0" destOrd="1" presId="urn:microsoft.com/office/officeart/2005/8/layout/radial2"/>
    <dgm:cxn modelId="{54660B98-6FCD-49BC-90F8-A3A728B4484B}" type="presOf" srcId="{292FE62E-FB8D-4F24-9EAB-5107D66490B6}" destId="{FE6562C4-05BC-4784-B6B2-ABE1EFA3F8FA}" srcOrd="0" destOrd="0" presId="urn:microsoft.com/office/officeart/2005/8/layout/radial2"/>
    <dgm:cxn modelId="{DA288C99-152C-4FF3-A27D-EE5CB3A7F87E}" srcId="{1A842469-4C90-4BBF-9095-6A20959828B4}" destId="{F3EEEE09-CDD8-48DC-B35B-EA946DCFA158}" srcOrd="2" destOrd="0" parTransId="{7CAFDF74-9BD5-4CF5-82AC-80D739AE14CD}" sibTransId="{899979A7-9A22-4C50-B6CA-9B0461D5DCB7}"/>
    <dgm:cxn modelId="{9CC77CAC-35AE-4CBE-8DCD-E1D8DD1016E0}" type="presOf" srcId="{C736AD07-13F9-490D-A53B-750C83B49C0E}" destId="{773638F0-3F14-4762-8EE1-13147E656D9F}" srcOrd="0" destOrd="0" presId="urn:microsoft.com/office/officeart/2005/8/layout/radial2"/>
    <dgm:cxn modelId="{BA3CDEB7-9A7E-4578-86A0-7573635ADAC8}" type="presOf" srcId="{1A842469-4C90-4BBF-9095-6A20959828B4}" destId="{FB95BDF2-9730-49D9-AC28-1886BCD3B74D}" srcOrd="0" destOrd="0" presId="urn:microsoft.com/office/officeart/2005/8/layout/radial2"/>
    <dgm:cxn modelId="{135C8EEC-9F3E-45F1-A481-1030D61AFE07}" type="presOf" srcId="{756D642D-ABE9-44DC-9C50-A1AFA32499BB}" destId="{EEA7C110-9BB0-4093-8FA0-0139CD4433F7}" srcOrd="0" destOrd="0" presId="urn:microsoft.com/office/officeart/2005/8/layout/radial2"/>
    <dgm:cxn modelId="{A36764FA-3369-4952-BEA0-011C525B4BA3}" type="presOf" srcId="{F3EEEE09-CDD8-48DC-B35B-EA946DCFA158}" destId="{EEA7C110-9BB0-4093-8FA0-0139CD4433F7}" srcOrd="0" destOrd="2" presId="urn:microsoft.com/office/officeart/2005/8/layout/radial2"/>
    <dgm:cxn modelId="{6FCD0B45-61A6-4ADA-9863-6280A66CE7B0}" type="presParOf" srcId="{FE6562C4-05BC-4784-B6B2-ABE1EFA3F8FA}" destId="{6694D44C-E719-496E-ACD5-9D14ED447B85}" srcOrd="0" destOrd="0" presId="urn:microsoft.com/office/officeart/2005/8/layout/radial2"/>
    <dgm:cxn modelId="{FD75D940-621F-4712-BA4D-06FC87967E8E}" type="presParOf" srcId="{6694D44C-E719-496E-ACD5-9D14ED447B85}" destId="{30A78995-8A80-4046-B7E1-9CE61A31FAEF}" srcOrd="0" destOrd="0" presId="urn:microsoft.com/office/officeart/2005/8/layout/radial2"/>
    <dgm:cxn modelId="{9D2A1D4F-DF59-48B7-ADC2-3BD9F0DB02CA}" type="presParOf" srcId="{30A78995-8A80-4046-B7E1-9CE61A31FAEF}" destId="{20D27CFE-7B9B-4D86-9D25-36CFF0E7052D}" srcOrd="0" destOrd="0" presId="urn:microsoft.com/office/officeart/2005/8/layout/radial2"/>
    <dgm:cxn modelId="{BEBAB805-6BFC-42EE-8FE2-E12D0029FAE0}" type="presParOf" srcId="{30A78995-8A80-4046-B7E1-9CE61A31FAEF}" destId="{DD9A6225-F964-4480-B4B0-9164B4072559}" srcOrd="1" destOrd="0" presId="urn:microsoft.com/office/officeart/2005/8/layout/radial2"/>
    <dgm:cxn modelId="{E7C9C836-A6E8-4C33-871F-50C593F0DB0E}" type="presParOf" srcId="{6694D44C-E719-496E-ACD5-9D14ED447B85}" destId="{773638F0-3F14-4762-8EE1-13147E656D9F}" srcOrd="1" destOrd="0" presId="urn:microsoft.com/office/officeart/2005/8/layout/radial2"/>
    <dgm:cxn modelId="{712A08A6-F434-4E34-985D-1A45A0A5298A}" type="presParOf" srcId="{6694D44C-E719-496E-ACD5-9D14ED447B85}" destId="{318E3E7A-6ABF-4B36-9460-EB0095122B03}" srcOrd="2" destOrd="0" presId="urn:microsoft.com/office/officeart/2005/8/layout/radial2"/>
    <dgm:cxn modelId="{81E59DB6-CD83-457B-82B7-B20B1A567D13}" type="presParOf" srcId="{318E3E7A-6ABF-4B36-9460-EB0095122B03}" destId="{FB95BDF2-9730-49D9-AC28-1886BCD3B74D}" srcOrd="0" destOrd="0" presId="urn:microsoft.com/office/officeart/2005/8/layout/radial2"/>
    <dgm:cxn modelId="{A04B6482-1A5B-4527-8E67-565A81CA20F6}" type="presParOf" srcId="{318E3E7A-6ABF-4B36-9460-EB0095122B03}" destId="{EEA7C110-9BB0-4093-8FA0-0139CD4433F7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DA0A1-035F-44E7-B000-B11620CAE827}">
      <dsp:nvSpPr>
        <dsp:cNvPr id="0" name=""/>
        <dsp:cNvSpPr/>
      </dsp:nvSpPr>
      <dsp:spPr>
        <a:xfrm rot="10800000">
          <a:off x="2958236" y="466242"/>
          <a:ext cx="7829759" cy="394431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93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We deliver </a:t>
          </a:r>
          <a:r>
            <a:rPr lang="en-US" sz="2400" b="1" i="0" kern="1200" dirty="0"/>
            <a:t>predictable, stress-free transportation</a:t>
          </a:r>
          <a:r>
            <a:rPr lang="en-US" sz="2400" b="0" i="0" kern="1200" dirty="0"/>
            <a:t> to university students in the Bekaa by solving their core problem: </a:t>
          </a:r>
          <a:r>
            <a:rPr lang="en-US" sz="2400" b="1" i="0" kern="1200" dirty="0"/>
            <a:t>unreliable, chaotic, and time-wasting commutes</a:t>
          </a:r>
          <a:r>
            <a:rPr lang="en-US" sz="2400" b="0" i="0" kern="1200" dirty="0"/>
            <a:t>. We do this through a </a:t>
          </a:r>
          <a:r>
            <a:rPr lang="en-US" sz="2400" b="1" i="0" kern="1200" dirty="0"/>
            <a:t>connected ecosystem of smart stations, a real-time tracking app, and AI predictions</a:t>
          </a:r>
          <a:r>
            <a:rPr lang="en-US" sz="2400" b="0" i="0" kern="1200" dirty="0"/>
            <a:t> that provide accurate arrival times, reduce waiting, and restore a sense of control over their daily travel.</a:t>
          </a:r>
          <a:endParaRPr lang="en-US" sz="2400" kern="1200" dirty="0"/>
        </a:p>
      </dsp:txBody>
      <dsp:txXfrm rot="10800000">
        <a:off x="3944314" y="466242"/>
        <a:ext cx="6843681" cy="3944314"/>
      </dsp:txXfrm>
    </dsp:sp>
    <dsp:sp modelId="{BA156637-2523-40BF-972A-C2FD980774D4}">
      <dsp:nvSpPr>
        <dsp:cNvPr id="0" name=""/>
        <dsp:cNvSpPr/>
      </dsp:nvSpPr>
      <dsp:spPr>
        <a:xfrm>
          <a:off x="986078" y="466242"/>
          <a:ext cx="3944314" cy="3944314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8000" r="-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FD1B1-454E-41A2-83DC-CC64C359D892}">
      <dsp:nvSpPr>
        <dsp:cNvPr id="0" name=""/>
        <dsp:cNvSpPr/>
      </dsp:nvSpPr>
      <dsp:spPr>
        <a:xfrm rot="10800000">
          <a:off x="0" y="402491"/>
          <a:ext cx="5202938" cy="536654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1CE72-E4CA-4D36-8C89-9A44C71CA69B}">
      <dsp:nvSpPr>
        <dsp:cNvPr id="0" name=""/>
        <dsp:cNvSpPr/>
      </dsp:nvSpPr>
      <dsp:spPr>
        <a:xfrm>
          <a:off x="3691596" y="0"/>
          <a:ext cx="1509055" cy="536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PROBLEM </a:t>
          </a:r>
          <a:endParaRPr lang="en-US" sz="1900" kern="1200" dirty="0"/>
        </a:p>
      </dsp:txBody>
      <dsp:txXfrm>
        <a:off x="3691596" y="0"/>
        <a:ext cx="1509055" cy="536654"/>
      </dsp:txXfrm>
    </dsp:sp>
    <dsp:sp modelId="{D4BCDB67-EB12-4EA7-949D-44A4F73F9C49}">
      <dsp:nvSpPr>
        <dsp:cNvPr id="0" name=""/>
        <dsp:cNvSpPr/>
      </dsp:nvSpPr>
      <dsp:spPr>
        <a:xfrm>
          <a:off x="4379042" y="603736"/>
          <a:ext cx="134163" cy="134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196CED-5F62-44CE-8B5E-2959E926EA7C}">
      <dsp:nvSpPr>
        <dsp:cNvPr id="0" name=""/>
        <dsp:cNvSpPr/>
      </dsp:nvSpPr>
      <dsp:spPr>
        <a:xfrm>
          <a:off x="2107088" y="804982"/>
          <a:ext cx="1509055" cy="536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SOLUTION </a:t>
          </a:r>
          <a:endParaRPr lang="en-US" sz="1900" kern="1200" dirty="0"/>
        </a:p>
      </dsp:txBody>
      <dsp:txXfrm>
        <a:off x="2107088" y="804982"/>
        <a:ext cx="1509055" cy="536654"/>
      </dsp:txXfrm>
    </dsp:sp>
    <dsp:sp modelId="{F0BD9625-A608-4170-B635-FDF9FE879A00}">
      <dsp:nvSpPr>
        <dsp:cNvPr id="0" name=""/>
        <dsp:cNvSpPr/>
      </dsp:nvSpPr>
      <dsp:spPr>
        <a:xfrm>
          <a:off x="2794534" y="603736"/>
          <a:ext cx="134163" cy="134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F8592-CCE6-4533-A7DC-A6532290A625}">
      <dsp:nvSpPr>
        <dsp:cNvPr id="0" name=""/>
        <dsp:cNvSpPr/>
      </dsp:nvSpPr>
      <dsp:spPr>
        <a:xfrm>
          <a:off x="522580" y="0"/>
          <a:ext cx="1509055" cy="536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VALUE</a:t>
          </a:r>
          <a:endParaRPr lang="en-US" sz="1900" kern="1200" dirty="0"/>
        </a:p>
      </dsp:txBody>
      <dsp:txXfrm>
        <a:off x="522580" y="0"/>
        <a:ext cx="1509055" cy="536654"/>
      </dsp:txXfrm>
    </dsp:sp>
    <dsp:sp modelId="{ABEEC5E9-114B-44EE-A82E-E735D7E15132}">
      <dsp:nvSpPr>
        <dsp:cNvPr id="0" name=""/>
        <dsp:cNvSpPr/>
      </dsp:nvSpPr>
      <dsp:spPr>
        <a:xfrm>
          <a:off x="1210026" y="603736"/>
          <a:ext cx="134163" cy="134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B28B9C-CE80-4090-8942-462953C82E72}">
      <dsp:nvSpPr>
        <dsp:cNvPr id="0" name=""/>
        <dsp:cNvSpPr/>
      </dsp:nvSpPr>
      <dsp:spPr>
        <a:xfrm>
          <a:off x="280399" y="150528"/>
          <a:ext cx="6535481" cy="136786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056" tIns="240030" rIns="80645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b="1" kern="1200" dirty="0"/>
            <a:t>Partners List:</a:t>
          </a:r>
          <a:endParaRPr lang="en-US" sz="6300" kern="1200" dirty="0"/>
        </a:p>
      </dsp:txBody>
      <dsp:txXfrm>
        <a:off x="280399" y="150528"/>
        <a:ext cx="6193514" cy="1367869"/>
      </dsp:txXfrm>
    </dsp:sp>
    <dsp:sp modelId="{36DD0DB0-63D3-43B6-A031-7BEAE1FE0955}">
      <dsp:nvSpPr>
        <dsp:cNvPr id="0" name=""/>
        <dsp:cNvSpPr/>
      </dsp:nvSpPr>
      <dsp:spPr>
        <a:xfrm>
          <a:off x="6134096" y="0"/>
          <a:ext cx="1828800" cy="182880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t="-48000" b="-4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CD516F-6252-4F30-AF6F-B153DEADC1F3}">
      <dsp:nvSpPr>
        <dsp:cNvPr id="0" name=""/>
        <dsp:cNvSpPr/>
      </dsp:nvSpPr>
      <dsp:spPr>
        <a:xfrm>
          <a:off x="0" y="383180"/>
          <a:ext cx="11182221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865" tIns="416560" rIns="86786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Daily commuters needing reliable transport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Value: Time savings, reduced stress, predictability</a:t>
          </a:r>
        </a:p>
      </dsp:txBody>
      <dsp:txXfrm>
        <a:off x="0" y="383180"/>
        <a:ext cx="11182221" cy="1165500"/>
      </dsp:txXfrm>
    </dsp:sp>
    <dsp:sp modelId="{7468BEBB-D7F6-47F4-9E98-0F5BEC575B4D}">
      <dsp:nvSpPr>
        <dsp:cNvPr id="0" name=""/>
        <dsp:cNvSpPr/>
      </dsp:nvSpPr>
      <dsp:spPr>
        <a:xfrm>
          <a:off x="559111" y="87980"/>
          <a:ext cx="7827554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863" tIns="0" rIns="29586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🎓 STUDENTS</a:t>
          </a:r>
          <a:r>
            <a:rPr lang="en-US" sz="2000" kern="1200" dirty="0"/>
            <a:t> </a:t>
          </a:r>
          <a:r>
            <a:rPr lang="en-US" sz="2000" i="1" kern="1200" dirty="0"/>
            <a:t>(Primary Users)</a:t>
          </a:r>
          <a:endParaRPr lang="en-US" sz="2000" kern="1200" dirty="0"/>
        </a:p>
      </dsp:txBody>
      <dsp:txXfrm>
        <a:off x="587932" y="116801"/>
        <a:ext cx="7769912" cy="532758"/>
      </dsp:txXfrm>
    </dsp:sp>
    <dsp:sp modelId="{BFE7BCE8-C6E0-4B86-B80B-7593AB9A21BE}">
      <dsp:nvSpPr>
        <dsp:cNvPr id="0" name=""/>
        <dsp:cNvSpPr/>
      </dsp:nvSpPr>
      <dsp:spPr>
        <a:xfrm>
          <a:off x="0" y="1951880"/>
          <a:ext cx="11182221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865" tIns="416560" rIns="86786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Institutions needing better transport management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Value: Improved services, student satisfaction, safety</a:t>
          </a:r>
        </a:p>
      </dsp:txBody>
      <dsp:txXfrm>
        <a:off x="0" y="1951880"/>
        <a:ext cx="11182221" cy="1165500"/>
      </dsp:txXfrm>
    </dsp:sp>
    <dsp:sp modelId="{05A01588-E2F6-4968-8452-A0B69D571551}">
      <dsp:nvSpPr>
        <dsp:cNvPr id="0" name=""/>
        <dsp:cNvSpPr/>
      </dsp:nvSpPr>
      <dsp:spPr>
        <a:xfrm>
          <a:off x="559111" y="1656680"/>
          <a:ext cx="7827554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863" tIns="0" rIns="29586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🏛️ UNIVERSITIES</a:t>
          </a:r>
          <a:r>
            <a:rPr lang="en-US" sz="2000" kern="1200" dirty="0"/>
            <a:t> </a:t>
          </a:r>
          <a:r>
            <a:rPr lang="en-US" sz="2000" i="1" kern="1200" dirty="0"/>
            <a:t>(Primary Partners)</a:t>
          </a:r>
          <a:endParaRPr lang="en-US" sz="2000" kern="1200" dirty="0"/>
        </a:p>
      </dsp:txBody>
      <dsp:txXfrm>
        <a:off x="587932" y="1685501"/>
        <a:ext cx="7769912" cy="532758"/>
      </dsp:txXfrm>
    </dsp:sp>
    <dsp:sp modelId="{2AF094A6-50A8-4E5E-9098-426D49420315}">
      <dsp:nvSpPr>
        <dsp:cNvPr id="0" name=""/>
        <dsp:cNvSpPr/>
      </dsp:nvSpPr>
      <dsp:spPr>
        <a:xfrm>
          <a:off x="0" y="3520581"/>
          <a:ext cx="11182221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865" tIns="416560" rIns="86786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Operators needing efficiency tools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Value: Route optimization, customer satisfaction</a:t>
          </a:r>
        </a:p>
      </dsp:txBody>
      <dsp:txXfrm>
        <a:off x="0" y="3520581"/>
        <a:ext cx="11182221" cy="1165500"/>
      </dsp:txXfrm>
    </dsp:sp>
    <dsp:sp modelId="{9EB97610-0DA9-4E94-B10A-D3A314444CA4}">
      <dsp:nvSpPr>
        <dsp:cNvPr id="0" name=""/>
        <dsp:cNvSpPr/>
      </dsp:nvSpPr>
      <dsp:spPr>
        <a:xfrm>
          <a:off x="559111" y="3225380"/>
          <a:ext cx="7827554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863" tIns="0" rIns="29586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🚌 TRANSPORT COMPANIES</a:t>
          </a:r>
          <a:r>
            <a:rPr lang="en-US" sz="2000" kern="1200" dirty="0"/>
            <a:t> </a:t>
          </a:r>
          <a:r>
            <a:rPr lang="en-US" sz="2000" i="1" kern="1200" dirty="0"/>
            <a:t>(Secondary Partners)</a:t>
          </a:r>
          <a:endParaRPr lang="en-US" sz="2000" kern="1200" dirty="0"/>
        </a:p>
      </dsp:txBody>
      <dsp:txXfrm>
        <a:off x="587932" y="3254201"/>
        <a:ext cx="7769912" cy="532758"/>
      </dsp:txXfrm>
    </dsp:sp>
    <dsp:sp modelId="{8B641DE1-D363-4D9A-8BC5-CC9E5822C568}">
      <dsp:nvSpPr>
        <dsp:cNvPr id="0" name=""/>
        <dsp:cNvSpPr/>
      </dsp:nvSpPr>
      <dsp:spPr>
        <a:xfrm>
          <a:off x="0" y="5089281"/>
          <a:ext cx="11182221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865" tIns="416560" rIns="86786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Businesses wanting student market access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Value: Targeted advertising platform</a:t>
          </a:r>
        </a:p>
      </dsp:txBody>
      <dsp:txXfrm>
        <a:off x="0" y="5089281"/>
        <a:ext cx="11182221" cy="1165500"/>
      </dsp:txXfrm>
    </dsp:sp>
    <dsp:sp modelId="{0CA08CA9-8EC9-46C6-B9CA-A9DC327F752F}">
      <dsp:nvSpPr>
        <dsp:cNvPr id="0" name=""/>
        <dsp:cNvSpPr/>
      </dsp:nvSpPr>
      <dsp:spPr>
        <a:xfrm>
          <a:off x="559111" y="4794081"/>
          <a:ext cx="7827554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863" tIns="0" rIns="29586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📢 ADVERTISERS</a:t>
          </a:r>
          <a:r>
            <a:rPr lang="en-US" sz="2000" kern="1200" dirty="0"/>
            <a:t> </a:t>
          </a:r>
          <a:r>
            <a:rPr lang="en-US" sz="2000" i="1" kern="1200" dirty="0"/>
            <a:t>(Secondary Customers)</a:t>
          </a:r>
          <a:endParaRPr lang="en-US" sz="2000" kern="1200" dirty="0"/>
        </a:p>
      </dsp:txBody>
      <dsp:txXfrm>
        <a:off x="587932" y="4822902"/>
        <a:ext cx="7769912" cy="532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355DB-D2E3-4564-9B6A-B953AE83C62C}">
      <dsp:nvSpPr>
        <dsp:cNvPr id="0" name=""/>
        <dsp:cNvSpPr/>
      </dsp:nvSpPr>
      <dsp:spPr>
        <a:xfrm>
          <a:off x="2428875" y="0"/>
          <a:ext cx="1619250" cy="860681"/>
        </a:xfrm>
        <a:prstGeom prst="trapezoid">
          <a:avLst>
            <a:gd name="adj" fmla="val 94068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/>
            <a:t>MONTH 1-3: Software MVP + 1 Pilot Station</a:t>
          </a:r>
          <a:endParaRPr lang="en-US" sz="1900" kern="1200" dirty="0"/>
        </a:p>
      </dsp:txBody>
      <dsp:txXfrm>
        <a:off x="2428875" y="0"/>
        <a:ext cx="1619250" cy="860681"/>
      </dsp:txXfrm>
    </dsp:sp>
    <dsp:sp modelId="{8E262114-3270-477A-9895-CA3262F22603}">
      <dsp:nvSpPr>
        <dsp:cNvPr id="0" name=""/>
        <dsp:cNvSpPr/>
      </dsp:nvSpPr>
      <dsp:spPr>
        <a:xfrm>
          <a:off x="1619250" y="860681"/>
          <a:ext cx="3238500" cy="860681"/>
        </a:xfrm>
        <a:prstGeom prst="trapezoid">
          <a:avLst>
            <a:gd name="adj" fmla="val 94068"/>
          </a:avLst>
        </a:prstGeom>
        <a:solidFill>
          <a:schemeClr val="accent1">
            <a:shade val="80000"/>
            <a:hueOff val="102082"/>
            <a:satOff val="-1464"/>
            <a:lumOff val="853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/>
            <a:t>MONTH 4-6: 2 University Partners + Driver App</a:t>
          </a:r>
          <a:endParaRPr lang="en-US" sz="1900" kern="1200" dirty="0"/>
        </a:p>
      </dsp:txBody>
      <dsp:txXfrm>
        <a:off x="2185987" y="860681"/>
        <a:ext cx="2105025" cy="860681"/>
      </dsp:txXfrm>
    </dsp:sp>
    <dsp:sp modelId="{765ADB81-5E27-47C1-9709-33B91940E3C1}">
      <dsp:nvSpPr>
        <dsp:cNvPr id="0" name=""/>
        <dsp:cNvSpPr/>
      </dsp:nvSpPr>
      <dsp:spPr>
        <a:xfrm>
          <a:off x="809625" y="1721362"/>
          <a:ext cx="4857749" cy="860681"/>
        </a:xfrm>
        <a:prstGeom prst="trapezoid">
          <a:avLst>
            <a:gd name="adj" fmla="val 94068"/>
          </a:avLst>
        </a:prstGeom>
        <a:solidFill>
          <a:schemeClr val="accent1">
            <a:shade val="80000"/>
            <a:hueOff val="204164"/>
            <a:satOff val="-2928"/>
            <a:lumOff val="170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/>
            <a:t>MONTH 7-12: Full System Launch + First Advertisers</a:t>
          </a:r>
          <a:endParaRPr lang="en-US" sz="1900" kern="1200" dirty="0"/>
        </a:p>
      </dsp:txBody>
      <dsp:txXfrm>
        <a:off x="1659731" y="1721362"/>
        <a:ext cx="3157537" cy="860681"/>
      </dsp:txXfrm>
    </dsp:sp>
    <dsp:sp modelId="{6A899DBA-BC86-4498-BF3A-E80C1A5E4580}">
      <dsp:nvSpPr>
        <dsp:cNvPr id="0" name=""/>
        <dsp:cNvSpPr/>
      </dsp:nvSpPr>
      <dsp:spPr>
        <a:xfrm>
          <a:off x="0" y="2582043"/>
          <a:ext cx="6477000" cy="860681"/>
        </a:xfrm>
        <a:prstGeom prst="trapezoid">
          <a:avLst>
            <a:gd name="adj" fmla="val 94068"/>
          </a:avLst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/>
            <a:t>YEAR 2: 5+ Universities + Optimized AI + Revenue Growth</a:t>
          </a:r>
          <a:endParaRPr lang="en-US" sz="1900" kern="1200" dirty="0"/>
        </a:p>
      </dsp:txBody>
      <dsp:txXfrm>
        <a:off x="1133474" y="2582043"/>
        <a:ext cx="4210050" cy="8606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326923-FA74-4E2E-B166-AB71C37EA6C2}">
      <dsp:nvSpPr>
        <dsp:cNvPr id="0" name=""/>
        <dsp:cNvSpPr/>
      </dsp:nvSpPr>
      <dsp:spPr>
        <a:xfrm>
          <a:off x="2947884" y="1703111"/>
          <a:ext cx="1642585" cy="63457"/>
        </a:xfrm>
        <a:custGeom>
          <a:avLst/>
          <a:gdLst/>
          <a:ahLst/>
          <a:cxnLst/>
          <a:rect l="0" t="0" r="0" b="0"/>
          <a:pathLst>
            <a:path>
              <a:moveTo>
                <a:pt x="0" y="31728"/>
              </a:moveTo>
              <a:lnTo>
                <a:pt x="1642585" y="317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EC7EDC-A859-4F13-92A4-28CE33025493}">
      <dsp:nvSpPr>
        <dsp:cNvPr id="0" name=""/>
        <dsp:cNvSpPr/>
      </dsp:nvSpPr>
      <dsp:spPr>
        <a:xfrm>
          <a:off x="0" y="2596"/>
          <a:ext cx="3465388" cy="3465388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4AEB1-F9E8-4C9D-BD70-34F2DA7714C3}">
      <dsp:nvSpPr>
        <dsp:cNvPr id="0" name=""/>
        <dsp:cNvSpPr/>
      </dsp:nvSpPr>
      <dsp:spPr>
        <a:xfrm>
          <a:off x="4590469" y="695223"/>
          <a:ext cx="2079233" cy="20792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Value Proposition Activities </a:t>
          </a:r>
        </a:p>
      </dsp:txBody>
      <dsp:txXfrm>
        <a:off x="4894966" y="999720"/>
        <a:ext cx="1470239" cy="1470239"/>
      </dsp:txXfrm>
    </dsp:sp>
    <dsp:sp modelId="{B78AD09C-09EA-4236-A289-730D7EC61185}">
      <dsp:nvSpPr>
        <dsp:cNvPr id="0" name=""/>
        <dsp:cNvSpPr/>
      </dsp:nvSpPr>
      <dsp:spPr>
        <a:xfrm>
          <a:off x="6877625" y="695223"/>
          <a:ext cx="3118849" cy="2079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/>
            <a:t>Maintain AI &amp; GPS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/>
            <a:t>Update mobile app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/>
            <a:t>Technical support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/>
            <a:t>Build smart stations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/>
            <a:t>Manage digital ads</a:t>
          </a:r>
        </a:p>
      </dsp:txBody>
      <dsp:txXfrm>
        <a:off x="6877625" y="695223"/>
        <a:ext cx="3118849" cy="20792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BEC92-4FA6-424F-BECA-F8C7F69ECF16}">
      <dsp:nvSpPr>
        <dsp:cNvPr id="0" name=""/>
        <dsp:cNvSpPr/>
      </dsp:nvSpPr>
      <dsp:spPr>
        <a:xfrm rot="10777542">
          <a:off x="6106637" y="1848757"/>
          <a:ext cx="1467814" cy="62929"/>
        </a:xfrm>
        <a:custGeom>
          <a:avLst/>
          <a:gdLst/>
          <a:ahLst/>
          <a:cxnLst/>
          <a:rect l="0" t="0" r="0" b="0"/>
          <a:pathLst>
            <a:path>
              <a:moveTo>
                <a:pt x="0" y="31464"/>
              </a:moveTo>
              <a:lnTo>
                <a:pt x="1467814" y="3146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CA35A9-968C-47D6-BCEB-012825A512AD}">
      <dsp:nvSpPr>
        <dsp:cNvPr id="0" name=""/>
        <dsp:cNvSpPr/>
      </dsp:nvSpPr>
      <dsp:spPr>
        <a:xfrm>
          <a:off x="7014991" y="2083"/>
          <a:ext cx="3729632" cy="3729632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C3806-A9B8-4AFB-BC34-B4F04A0DE97E}">
      <dsp:nvSpPr>
        <dsp:cNvPr id="0" name=""/>
        <dsp:cNvSpPr/>
      </dsp:nvSpPr>
      <dsp:spPr>
        <a:xfrm>
          <a:off x="3616887" y="774259"/>
          <a:ext cx="2489798" cy="22377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Distribution Channel Activities</a:t>
          </a:r>
          <a:endParaRPr lang="en-US" sz="2700" kern="1200" dirty="0"/>
        </a:p>
      </dsp:txBody>
      <dsp:txXfrm>
        <a:off x="3981509" y="1101974"/>
        <a:ext cx="1760554" cy="1582349"/>
      </dsp:txXfrm>
    </dsp:sp>
    <dsp:sp modelId="{97643160-4AD3-4808-A0E0-12CD913D13C1}">
      <dsp:nvSpPr>
        <dsp:cNvPr id="0" name=""/>
        <dsp:cNvSpPr/>
      </dsp:nvSpPr>
      <dsp:spPr>
        <a:xfrm>
          <a:off x="197212" y="774259"/>
          <a:ext cx="3734697" cy="223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Integrate GPS with AI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Install &amp; maintain stations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Update app features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Expand to universities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Coordinate with partners </a:t>
          </a:r>
        </a:p>
      </dsp:txBody>
      <dsp:txXfrm>
        <a:off x="197212" y="774259"/>
        <a:ext cx="3734697" cy="223777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638F0-3F14-4762-8EE1-13147E656D9F}">
      <dsp:nvSpPr>
        <dsp:cNvPr id="0" name=""/>
        <dsp:cNvSpPr/>
      </dsp:nvSpPr>
      <dsp:spPr>
        <a:xfrm rot="21546775">
          <a:off x="2849148" y="1611767"/>
          <a:ext cx="1814618" cy="64863"/>
        </a:xfrm>
        <a:custGeom>
          <a:avLst/>
          <a:gdLst/>
          <a:ahLst/>
          <a:cxnLst/>
          <a:rect l="0" t="0" r="0" b="0"/>
          <a:pathLst>
            <a:path>
              <a:moveTo>
                <a:pt x="0" y="32431"/>
              </a:moveTo>
              <a:lnTo>
                <a:pt x="1814618" y="3243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9A6225-F964-4480-B4B0-9164B4072559}">
      <dsp:nvSpPr>
        <dsp:cNvPr id="0" name=""/>
        <dsp:cNvSpPr/>
      </dsp:nvSpPr>
      <dsp:spPr>
        <a:xfrm>
          <a:off x="1780" y="1413"/>
          <a:ext cx="3349972" cy="3349972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5BDF2-9730-49D9-AC28-1886BCD3B74D}">
      <dsp:nvSpPr>
        <dsp:cNvPr id="0" name=""/>
        <dsp:cNvSpPr/>
      </dsp:nvSpPr>
      <dsp:spPr>
        <a:xfrm>
          <a:off x="4663537" y="609601"/>
          <a:ext cx="2009983" cy="20099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Customer Relationship Activities</a:t>
          </a:r>
          <a:endParaRPr lang="en-US" sz="2100" kern="1200" dirty="0"/>
        </a:p>
      </dsp:txBody>
      <dsp:txXfrm>
        <a:off x="4957892" y="903956"/>
        <a:ext cx="1421273" cy="1421273"/>
      </dsp:txXfrm>
    </dsp:sp>
    <dsp:sp modelId="{EEA7C110-9BB0-4093-8FA0-0139CD4433F7}">
      <dsp:nvSpPr>
        <dsp:cNvPr id="0" name=""/>
        <dsp:cNvSpPr/>
      </dsp:nvSpPr>
      <dsp:spPr>
        <a:xfrm>
          <a:off x="6874519" y="609601"/>
          <a:ext cx="3014975" cy="2009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Customer support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Collect feedback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Clear communication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Personalized alerts</a:t>
          </a:r>
        </a:p>
      </dsp:txBody>
      <dsp:txXfrm>
        <a:off x="6874519" y="609601"/>
        <a:ext cx="3014975" cy="20099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5D09A-9333-4473-8736-105D29CD0D2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A1828-6547-4426-AABA-2ACBA447A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20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DA1828-6547-4426-AABA-2ACBA447AE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62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6.svg"/><Relationship Id="rId5" Type="http://schemas.openxmlformats.org/officeDocument/2006/relationships/image" Target="../media/image9.png"/><Relationship Id="rId10" Type="http://schemas.openxmlformats.org/officeDocument/2006/relationships/image" Target="../media/image15.png"/><Relationship Id="rId4" Type="http://schemas.microsoft.com/office/2007/relationships/hdphoto" Target="../media/hdphoto1.wdp"/><Relationship Id="rId9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jp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image" Target="../media/image41.png"/><Relationship Id="rId26" Type="http://schemas.openxmlformats.org/officeDocument/2006/relationships/image" Target="../media/image49.svg"/><Relationship Id="rId3" Type="http://schemas.openxmlformats.org/officeDocument/2006/relationships/diagramData" Target="../diagrams/data1.xml"/><Relationship Id="rId21" Type="http://schemas.openxmlformats.org/officeDocument/2006/relationships/image" Target="../media/image44.png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image" Target="../media/image48.png"/><Relationship Id="rId2" Type="http://schemas.openxmlformats.org/officeDocument/2006/relationships/image" Target="../media/image17.jpeg"/><Relationship Id="rId16" Type="http://schemas.openxmlformats.org/officeDocument/2006/relationships/diagramColors" Target="../diagrams/colors3.xml"/><Relationship Id="rId20" Type="http://schemas.openxmlformats.org/officeDocument/2006/relationships/image" Target="../media/image43.svg"/><Relationship Id="rId29" Type="http://schemas.openxmlformats.org/officeDocument/2006/relationships/image" Target="../media/image52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24" Type="http://schemas.openxmlformats.org/officeDocument/2006/relationships/image" Target="../media/image47.png"/><Relationship Id="rId32" Type="http://schemas.openxmlformats.org/officeDocument/2006/relationships/image" Target="../media/image55.svg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image" Target="../media/image46.svg"/><Relationship Id="rId28" Type="http://schemas.openxmlformats.org/officeDocument/2006/relationships/image" Target="../media/image51.png"/><Relationship Id="rId10" Type="http://schemas.openxmlformats.org/officeDocument/2006/relationships/diagramQuickStyle" Target="../diagrams/quickStyle2.xml"/><Relationship Id="rId19" Type="http://schemas.openxmlformats.org/officeDocument/2006/relationships/image" Target="../media/image42.png"/><Relationship Id="rId31" Type="http://schemas.openxmlformats.org/officeDocument/2006/relationships/image" Target="../media/image54.png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6.png"/><Relationship Id="rId7" Type="http://schemas.openxmlformats.org/officeDocument/2006/relationships/diagramColors" Target="../diagrams/colors4.xml"/><Relationship Id="rId12" Type="http://schemas.microsoft.com/office/2007/relationships/hdphoto" Target="../media/hdphoto3.wd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11" Type="http://schemas.openxmlformats.org/officeDocument/2006/relationships/image" Target="../media/image58.png"/><Relationship Id="rId5" Type="http://schemas.openxmlformats.org/officeDocument/2006/relationships/diagramLayout" Target="../diagrams/layout4.xml"/><Relationship Id="rId10" Type="http://schemas.microsoft.com/office/2007/relationships/hdphoto" Target="../media/hdphoto2.wdp"/><Relationship Id="rId4" Type="http://schemas.openxmlformats.org/officeDocument/2006/relationships/diagramData" Target="../diagrams/data4.xml"/><Relationship Id="rId9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10" Type="http://schemas.openxmlformats.org/officeDocument/2006/relationships/image" Target="../media/image67.svg"/><Relationship Id="rId4" Type="http://schemas.openxmlformats.org/officeDocument/2006/relationships/image" Target="../media/image61.svg"/><Relationship Id="rId9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image" Target="../media/image59.png"/><Relationship Id="rId3" Type="http://schemas.openxmlformats.org/officeDocument/2006/relationships/image" Target="../media/image69.svg"/><Relationship Id="rId7" Type="http://schemas.openxmlformats.org/officeDocument/2006/relationships/image" Target="../media/image73.svg"/><Relationship Id="rId12" Type="http://schemas.microsoft.com/office/2007/relationships/diagramDrawing" Target="../diagrams/drawing5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diagramColors" Target="../diagrams/colors5.xml"/><Relationship Id="rId5" Type="http://schemas.openxmlformats.org/officeDocument/2006/relationships/image" Target="../media/image71.svg"/><Relationship Id="rId10" Type="http://schemas.openxmlformats.org/officeDocument/2006/relationships/diagramQuickStyle" Target="../diagrams/quickStyle5.xml"/><Relationship Id="rId4" Type="http://schemas.openxmlformats.org/officeDocument/2006/relationships/image" Target="../media/image70.png"/><Relationship Id="rId9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13" Type="http://schemas.openxmlformats.org/officeDocument/2006/relationships/diagramData" Target="../diagrams/data8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17" Type="http://schemas.microsoft.com/office/2007/relationships/diagramDrawing" Target="../diagrams/drawing8.xml"/><Relationship Id="rId2" Type="http://schemas.openxmlformats.org/officeDocument/2006/relationships/image" Target="../media/image74.png"/><Relationship Id="rId16" Type="http://schemas.openxmlformats.org/officeDocument/2006/relationships/diagramColors" Target="../diagrams/colors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Relationship Id="rId14" Type="http://schemas.openxmlformats.org/officeDocument/2006/relationships/diagramLayout" Target="../diagrams/layout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chart" Target="../charts/chart1.xml"/><Relationship Id="rId7" Type="http://schemas.microsoft.com/office/2007/relationships/hdphoto" Target="../media/hdphoto5.wdp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82.png"/><Relationship Id="rId4" Type="http://schemas.openxmlformats.org/officeDocument/2006/relationships/image" Target="../media/image79.png"/><Relationship Id="rId9" Type="http://schemas.microsoft.com/office/2007/relationships/hdphoto" Target="../media/hdphoto6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microsoft.com/office/2007/relationships/hdphoto" Target="../media/hdphoto8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603927" y="380825"/>
            <a:ext cx="4969076" cy="2048654"/>
          </a:xfrm>
          <a:custGeom>
            <a:avLst/>
            <a:gdLst/>
            <a:ahLst/>
            <a:cxnLst/>
            <a:rect l="l" t="t" r="r" b="b"/>
            <a:pathLst>
              <a:path w="4969076" h="2048654">
                <a:moveTo>
                  <a:pt x="0" y="0"/>
                </a:moveTo>
                <a:lnTo>
                  <a:pt x="4969076" y="0"/>
                </a:lnTo>
                <a:lnTo>
                  <a:pt x="4969076" y="2048655"/>
                </a:lnTo>
                <a:lnTo>
                  <a:pt x="0" y="2048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250290" y="4555818"/>
            <a:ext cx="11922564" cy="105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1"/>
              </a:lnSpc>
            </a:pPr>
            <a:r>
              <a:rPr lang="en-US" sz="6100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SMART TRANSPORT HUB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90576" y="3563128"/>
            <a:ext cx="5641992" cy="893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sz="5303" b="1" dirty="0">
                <a:solidFill>
                  <a:srgbClr val="303642"/>
                </a:solidFill>
                <a:latin typeface="Roca Two Bold"/>
                <a:ea typeface="Roca Two Bold"/>
                <a:cs typeface="Roca Two Bold"/>
                <a:sym typeface="Roca Two Bold"/>
              </a:rPr>
              <a:t>“ rAsif 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48158" y="5759757"/>
            <a:ext cx="8526827" cy="40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Know the When, Master the Day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71410" y="2586825"/>
            <a:ext cx="383411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Disciplined Entrepreneurship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44754" y="6855952"/>
            <a:ext cx="10998492" cy="2582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 dirty="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Prepared by:  Israa </a:t>
            </a:r>
            <a:r>
              <a:rPr lang="en-US" sz="2619" dirty="0" err="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Bazzal</a:t>
            </a:r>
            <a:r>
              <a:rPr lang="en-US" sz="2619" dirty="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, Fatima Somaka, Rana Ali </a:t>
            </a:r>
            <a:r>
              <a:rPr lang="en-US" sz="2619" dirty="0" err="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Bourji</a:t>
            </a:r>
            <a:r>
              <a:rPr lang="en-US" sz="2619" dirty="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, Sarah Atat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endParaRPr lang="en-US" sz="2619" dirty="0">
              <a:solidFill>
                <a:srgbClr val="000000"/>
              </a:solidFill>
              <a:latin typeface="Roca Two"/>
              <a:ea typeface="Roca Two"/>
              <a:cs typeface="Roca Two"/>
              <a:sym typeface="Roca Two"/>
            </a:endParaRP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 dirty="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Under the direction of:  Dr. Rawan Raya</a:t>
            </a:r>
          </a:p>
          <a:p>
            <a:pPr algn="ctr">
              <a:lnSpc>
                <a:spcPts val="2967"/>
              </a:lnSpc>
              <a:spcBef>
                <a:spcPct val="0"/>
              </a:spcBef>
            </a:pPr>
            <a:endParaRPr lang="en-US" sz="2619" dirty="0">
              <a:solidFill>
                <a:srgbClr val="000000"/>
              </a:solidFill>
              <a:latin typeface="Roca Two"/>
              <a:ea typeface="Roca Two"/>
              <a:cs typeface="Roca Two"/>
              <a:sym typeface="Roca Two"/>
            </a:endParaRPr>
          </a:p>
          <a:p>
            <a:pPr algn="ctr">
              <a:lnSpc>
                <a:spcPts val="2967"/>
              </a:lnSpc>
              <a:spcBef>
                <a:spcPct val="0"/>
              </a:spcBef>
            </a:pPr>
            <a:endParaRPr lang="en-US" sz="2619" dirty="0">
              <a:solidFill>
                <a:srgbClr val="000000"/>
              </a:solidFill>
              <a:latin typeface="Roca Two"/>
              <a:ea typeface="Roca Two"/>
              <a:cs typeface="Roca Two"/>
              <a:sym typeface="Roca Two"/>
            </a:endParaRPr>
          </a:p>
          <a:p>
            <a:pPr algn="ctr">
              <a:lnSpc>
                <a:spcPts val="2967"/>
              </a:lnSpc>
              <a:spcBef>
                <a:spcPct val="0"/>
              </a:spcBef>
            </a:pPr>
            <a:endParaRPr lang="en-US" sz="2619" dirty="0">
              <a:solidFill>
                <a:srgbClr val="000000"/>
              </a:solidFill>
              <a:latin typeface="Roca Two"/>
              <a:ea typeface="Roca Two"/>
              <a:cs typeface="Roca Two"/>
              <a:sym typeface="Roca Tw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198370" y="8768684"/>
            <a:ext cx="4245429" cy="308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7"/>
              </a:lnSpc>
              <a:spcBef>
                <a:spcPct val="0"/>
              </a:spcBef>
            </a:pPr>
            <a:r>
              <a:rPr lang="en-US" sz="1719" u="none" strike="noStrike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Academic year 2025 - 2026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74EEBE2E-DCA6-21C2-A058-8D890D4F5F00}"/>
              </a:ext>
            </a:extLst>
          </p:cNvPr>
          <p:cNvSpPr/>
          <p:nvPr/>
        </p:nvSpPr>
        <p:spPr>
          <a:xfrm>
            <a:off x="-1210716" y="4843110"/>
            <a:ext cx="20946515" cy="75438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2215602" y="858004"/>
            <a:ext cx="13844095" cy="1190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25"/>
              </a:lnSpc>
            </a:pPr>
            <a:r>
              <a:rPr lang="en-US" sz="850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MEET OUR MEMBERS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19912" y="7570873"/>
            <a:ext cx="3814582" cy="463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54"/>
              </a:lnSpc>
            </a:pPr>
            <a:r>
              <a:rPr lang="en-US" sz="2753" b="1" dirty="0">
                <a:solidFill>
                  <a:schemeClr val="bg1">
                    <a:lumMod val="85000"/>
                  </a:scheme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Rana </a:t>
            </a:r>
            <a:r>
              <a:rPr lang="en-US" sz="2753" b="1" dirty="0" err="1">
                <a:solidFill>
                  <a:schemeClr val="bg1">
                    <a:lumMod val="85000"/>
                  </a:scheme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Bourji</a:t>
            </a:r>
            <a:endParaRPr lang="en-US" sz="2753" b="1" dirty="0">
              <a:solidFill>
                <a:schemeClr val="bg1">
                  <a:lumMod val="85000"/>
                </a:scheme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06748" y="3145156"/>
            <a:ext cx="2868642" cy="3855017"/>
            <a:chOff x="0" y="0"/>
            <a:chExt cx="3663950" cy="4923790"/>
          </a:xfrm>
        </p:grpSpPr>
        <p:sp>
          <p:nvSpPr>
            <p:cNvPr id="5" name="Freeform 5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t="-5573" b="-5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5373873" y="3215991"/>
            <a:ext cx="2868642" cy="3855017"/>
            <a:chOff x="0" y="0"/>
            <a:chExt cx="3663950" cy="4923790"/>
          </a:xfrm>
        </p:grpSpPr>
        <p:sp>
          <p:nvSpPr>
            <p:cNvPr id="8" name="Freeform 8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t="-5573" b="-5573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38484" y="7581198"/>
            <a:ext cx="2005170" cy="96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2764" b="1" dirty="0">
                <a:solidFill>
                  <a:schemeClr val="bg1">
                    <a:lumMod val="85000"/>
                  </a:scheme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Israa </a:t>
            </a:r>
            <a:r>
              <a:rPr lang="en-US" sz="2764" b="1" dirty="0" err="1">
                <a:solidFill>
                  <a:schemeClr val="bg1">
                    <a:lumMod val="85000"/>
                  </a:scheme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Bazzal</a:t>
            </a:r>
            <a:endParaRPr lang="en-US" sz="2764" b="1" dirty="0">
              <a:solidFill>
                <a:schemeClr val="bg1">
                  <a:lumMod val="85000"/>
                </a:scheme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552290" y="7586503"/>
            <a:ext cx="2511809" cy="91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2674" b="1" dirty="0">
                <a:solidFill>
                  <a:schemeClr val="bg1">
                    <a:lumMod val="85000"/>
                  </a:scheme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Fatima Somaka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300135" y="3145156"/>
            <a:ext cx="2854137" cy="3835524"/>
            <a:chOff x="0" y="0"/>
            <a:chExt cx="3663950" cy="4923790"/>
          </a:xfrm>
        </p:grpSpPr>
        <p:sp>
          <p:nvSpPr>
            <p:cNvPr id="13" name="Freeform 13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4"/>
              <a:stretch>
                <a:fillRect t="-5573" b="-5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3385172" y="3215991"/>
            <a:ext cx="2868642" cy="3855017"/>
            <a:chOff x="0" y="0"/>
            <a:chExt cx="3663950" cy="4923790"/>
          </a:xfrm>
        </p:grpSpPr>
        <p:sp>
          <p:nvSpPr>
            <p:cNvPr id="16" name="Freeform 16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5"/>
              <a:stretch>
                <a:fillRect t="-5573" b="-5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707330" y="7553095"/>
            <a:ext cx="2224325" cy="48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</a:pPr>
            <a:r>
              <a:rPr lang="en-US" sz="2803" b="1" dirty="0">
                <a:solidFill>
                  <a:schemeClr val="bg1">
                    <a:lumMod val="85000"/>
                  </a:scheme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Sarah Atat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4300" y="8615010"/>
            <a:ext cx="15542797" cy="6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7"/>
              </a:lnSpc>
            </a:pPr>
            <a:r>
              <a:rPr lang="en-US" sz="1798" dirty="0">
                <a:solidFill>
                  <a:schemeClr val="bg1">
                    <a:lumMod val="8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We are four university students who face daily challenges with public transportation in the Bekaa. And our experience is exactly what inspired this project.”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1F721727-CF6F-3FB6-65E4-95F040C6FD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BDFE80B-2566-8BC7-6E49-0233D2747064}"/>
              </a:ext>
            </a:extLst>
          </p:cNvPr>
          <p:cNvGrpSpPr/>
          <p:nvPr/>
        </p:nvGrpSpPr>
        <p:grpSpPr>
          <a:xfrm>
            <a:off x="7419892" y="3381651"/>
            <a:ext cx="3362305" cy="2624786"/>
            <a:chOff x="3993649" y="2518714"/>
            <a:chExt cx="3362305" cy="262478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50FB22E-4929-FB59-0963-A0A9E742539A}"/>
                </a:ext>
              </a:extLst>
            </p:cNvPr>
            <p:cNvSpPr/>
            <p:nvPr/>
          </p:nvSpPr>
          <p:spPr>
            <a:xfrm>
              <a:off x="4332240" y="2518714"/>
              <a:ext cx="2837397" cy="262478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 descr="A cartoon of a person looking at his watch&#10;&#10;AI-generated content may be incorrect.">
              <a:extLst>
                <a:ext uri="{FF2B5EF4-FFF2-40B4-BE49-F238E27FC236}">
                  <a16:creationId xmlns:a16="http://schemas.microsoft.com/office/drawing/2014/main" id="{2B21156E-147D-724F-B48E-D0473BA21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3649" y="2756202"/>
              <a:ext cx="3362305" cy="2241537"/>
            </a:xfrm>
            <a:prstGeom prst="rect">
              <a:avLst/>
            </a:prstGeom>
          </p:spPr>
        </p:pic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2F201DE7-1887-8335-B43F-493B0FD2A544}"/>
              </a:ext>
            </a:extLst>
          </p:cNvPr>
          <p:cNvSpPr/>
          <p:nvPr/>
        </p:nvSpPr>
        <p:spPr>
          <a:xfrm>
            <a:off x="7996144" y="3702255"/>
            <a:ext cx="2209800" cy="1983579"/>
          </a:xfrm>
          <a:prstGeom prst="ellipse">
            <a:avLst/>
          </a:prstGeom>
          <a:solidFill>
            <a:schemeClr val="tx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825D9A9-B2B0-F975-13A4-E7E069EC1E2D}"/>
              </a:ext>
            </a:extLst>
          </p:cNvPr>
          <p:cNvSpPr/>
          <p:nvPr/>
        </p:nvSpPr>
        <p:spPr>
          <a:xfrm>
            <a:off x="7691344" y="3399834"/>
            <a:ext cx="2819400" cy="2588421"/>
          </a:xfrm>
          <a:prstGeom prst="ellipse">
            <a:avLst/>
          </a:prstGeom>
          <a:solidFill>
            <a:srgbClr val="00206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24E24C-F488-B1E1-1315-496909E3045A}"/>
              </a:ext>
            </a:extLst>
          </p:cNvPr>
          <p:cNvSpPr/>
          <p:nvPr/>
        </p:nvSpPr>
        <p:spPr>
          <a:xfrm>
            <a:off x="7996144" y="3702255"/>
            <a:ext cx="2209800" cy="198357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D64536-E22D-B512-4543-97EFEC3B679C}"/>
              </a:ext>
            </a:extLst>
          </p:cNvPr>
          <p:cNvSpPr/>
          <p:nvPr/>
        </p:nvSpPr>
        <p:spPr>
          <a:xfrm>
            <a:off x="7462744" y="3189094"/>
            <a:ext cx="3276600" cy="3009900"/>
          </a:xfrm>
          <a:prstGeom prst="ellipse">
            <a:avLst/>
          </a:prstGeom>
          <a:solidFill>
            <a:schemeClr val="tx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No real-time information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ACCE065-18A2-C422-8006-1DA5769EE777}"/>
              </a:ext>
            </a:extLst>
          </p:cNvPr>
          <p:cNvSpPr/>
          <p:nvPr/>
        </p:nvSpPr>
        <p:spPr>
          <a:xfrm>
            <a:off x="8072344" y="3702255"/>
            <a:ext cx="2057400" cy="1983579"/>
          </a:xfrm>
          <a:prstGeom prst="ellipse">
            <a:avLst/>
          </a:prstGeom>
          <a:solidFill>
            <a:srgbClr val="00206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5823892-CD04-549B-B22F-03C23EF7726E}"/>
              </a:ext>
            </a:extLst>
          </p:cNvPr>
          <p:cNvSpPr/>
          <p:nvPr/>
        </p:nvSpPr>
        <p:spPr>
          <a:xfrm>
            <a:off x="7432527" y="3143598"/>
            <a:ext cx="3337034" cy="31008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Long waiting times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86B67A8-1D19-2881-92AD-C9EFD703585D}"/>
              </a:ext>
            </a:extLst>
          </p:cNvPr>
          <p:cNvSpPr/>
          <p:nvPr/>
        </p:nvSpPr>
        <p:spPr>
          <a:xfrm>
            <a:off x="7474300" y="3313738"/>
            <a:ext cx="3253489" cy="2760612"/>
          </a:xfrm>
          <a:prstGeom prst="ellipse">
            <a:avLst/>
          </a:prstGeom>
          <a:solidFill>
            <a:schemeClr val="bg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Missed classes &amp; delays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03DD50-C8C5-AA4A-33CB-7B88283088FC}"/>
              </a:ext>
            </a:extLst>
          </p:cNvPr>
          <p:cNvSpPr/>
          <p:nvPr/>
        </p:nvSpPr>
        <p:spPr>
          <a:xfrm>
            <a:off x="7603850" y="3381651"/>
            <a:ext cx="2994388" cy="2624786"/>
          </a:xfrm>
          <a:prstGeom prst="ellipse">
            <a:avLst/>
          </a:prstGeom>
          <a:solidFill>
            <a:schemeClr val="tx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Zero communication from drivers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6FE0B01-800C-7861-55E2-51349010DEC9}"/>
              </a:ext>
            </a:extLst>
          </p:cNvPr>
          <p:cNvSpPr/>
          <p:nvPr/>
        </p:nvSpPr>
        <p:spPr>
          <a:xfrm>
            <a:off x="8491444" y="4100818"/>
            <a:ext cx="1219200" cy="1186453"/>
          </a:xfrm>
          <a:prstGeom prst="ellipse">
            <a:avLst/>
          </a:prstGeom>
          <a:solidFill>
            <a:schemeClr val="bg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18A2CDE-36F1-5A13-481C-BF8B323CF4C2}"/>
              </a:ext>
            </a:extLst>
          </p:cNvPr>
          <p:cNvGrpSpPr/>
          <p:nvPr/>
        </p:nvGrpSpPr>
        <p:grpSpPr>
          <a:xfrm>
            <a:off x="7996144" y="3702255"/>
            <a:ext cx="2209800" cy="1983579"/>
            <a:chOff x="2145693" y="2994997"/>
            <a:chExt cx="2209800" cy="198357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14C54C-BB40-DA31-2A4D-70CD89A9FACF}"/>
                </a:ext>
              </a:extLst>
            </p:cNvPr>
            <p:cNvSpPr/>
            <p:nvPr/>
          </p:nvSpPr>
          <p:spPr>
            <a:xfrm>
              <a:off x="2145693" y="2994997"/>
              <a:ext cx="2209800" cy="1983579"/>
            </a:xfrm>
            <a:prstGeom prst="ellipse">
              <a:avLst/>
            </a:prstGeom>
            <a:solidFill>
              <a:srgbClr val="002060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02C0662-F120-72D6-9E70-DFDFBFF0A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466" t="21053" r="22825" b="30503"/>
            <a:stretch>
              <a:fillRect/>
            </a:stretch>
          </p:blipFill>
          <p:spPr>
            <a:xfrm>
              <a:off x="2209299" y="3024430"/>
              <a:ext cx="2112565" cy="1901099"/>
            </a:xfrm>
            <a:prstGeom prst="ellipse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9406AC1-E60D-A664-04BC-47068B32216C}"/>
              </a:ext>
            </a:extLst>
          </p:cNvPr>
          <p:cNvGrpSpPr/>
          <p:nvPr/>
        </p:nvGrpSpPr>
        <p:grpSpPr>
          <a:xfrm>
            <a:off x="7760975" y="3457281"/>
            <a:ext cx="2680138" cy="2473527"/>
            <a:chOff x="13169462" y="5019990"/>
            <a:chExt cx="2680138" cy="247352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634A45E-777C-7BC0-2C5F-D2F2EFA9DE6C}"/>
                </a:ext>
              </a:extLst>
            </p:cNvPr>
            <p:cNvSpPr/>
            <p:nvPr/>
          </p:nvSpPr>
          <p:spPr>
            <a:xfrm>
              <a:off x="13169462" y="5019990"/>
              <a:ext cx="2680138" cy="247352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B53BEA6-661B-A0F8-9613-FEBF44ECD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21938" y="5456542"/>
              <a:ext cx="1158824" cy="1524768"/>
            </a:xfrm>
            <a:prstGeom prst="rect">
              <a:avLst/>
            </a:prstGeom>
          </p:spPr>
        </p:pic>
      </p:grpSp>
      <p:pic>
        <p:nvPicPr>
          <p:cNvPr id="26" name="Picture 25" descr="A person standing on a bus holding his hands up&#10;&#10;AI-generated content may be incorrect.">
            <a:extLst>
              <a:ext uri="{FF2B5EF4-FFF2-40B4-BE49-F238E27FC236}">
                <a16:creationId xmlns:a16="http://schemas.microsoft.com/office/drawing/2014/main" id="{5CB5CF36-B9A0-A8FB-7997-85EF5393D7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900" y="3060819"/>
            <a:ext cx="3770288" cy="3266451"/>
          </a:xfrm>
          <a:prstGeom prst="ellipse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8A98417C-DA7D-E2EB-B879-9B405F31FC20}"/>
              </a:ext>
            </a:extLst>
          </p:cNvPr>
          <p:cNvSpPr/>
          <p:nvPr/>
        </p:nvSpPr>
        <p:spPr>
          <a:xfrm>
            <a:off x="8491444" y="4100818"/>
            <a:ext cx="1219200" cy="1186453"/>
          </a:xfrm>
          <a:prstGeom prst="ellipse">
            <a:avLst/>
          </a:prstGeom>
          <a:solidFill>
            <a:schemeClr val="bg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BE44D1E-128E-B5D3-E3A0-DF41144B7103}"/>
              </a:ext>
            </a:extLst>
          </p:cNvPr>
          <p:cNvSpPr/>
          <p:nvPr/>
        </p:nvSpPr>
        <p:spPr>
          <a:xfrm>
            <a:off x="7890384" y="3494025"/>
            <a:ext cx="2421321" cy="2400038"/>
          </a:xfrm>
          <a:prstGeom prst="ellipse">
            <a:avLst/>
          </a:prstGeom>
          <a:solidFill>
            <a:schemeClr val="bg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No tracking system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9B66458-425C-1701-CBE5-0DAB19C03283}"/>
              </a:ext>
            </a:extLst>
          </p:cNvPr>
          <p:cNvGrpSpPr/>
          <p:nvPr/>
        </p:nvGrpSpPr>
        <p:grpSpPr>
          <a:xfrm>
            <a:off x="7874230" y="3607599"/>
            <a:ext cx="2453628" cy="2172890"/>
            <a:chOff x="2594234" y="6974679"/>
            <a:chExt cx="2453628" cy="217289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A571E49-36A0-7424-532B-D8B91ACE0D8D}"/>
                </a:ext>
              </a:extLst>
            </p:cNvPr>
            <p:cNvSpPr/>
            <p:nvPr/>
          </p:nvSpPr>
          <p:spPr>
            <a:xfrm>
              <a:off x="2594234" y="6974679"/>
              <a:ext cx="2453628" cy="2172890"/>
            </a:xfrm>
            <a:prstGeom prst="ellipse">
              <a:avLst/>
            </a:prstGeom>
            <a:solidFill>
              <a:schemeClr val="bg2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Picture 31" descr="A pile of yellow signs&#10;&#10;AI-generated content may be incorrect.">
              <a:extLst>
                <a:ext uri="{FF2B5EF4-FFF2-40B4-BE49-F238E27FC236}">
                  <a16:creationId xmlns:a16="http://schemas.microsoft.com/office/drawing/2014/main" id="{8E0A4A23-ED6F-A837-D764-B2E9C49D1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9149" y="7007851"/>
              <a:ext cx="2161115" cy="2106546"/>
            </a:xfrm>
            <a:prstGeom prst="ellipse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3719630-1A94-86A6-17E6-5876868C2412}"/>
              </a:ext>
            </a:extLst>
          </p:cNvPr>
          <p:cNvGrpSpPr/>
          <p:nvPr/>
        </p:nvGrpSpPr>
        <p:grpSpPr>
          <a:xfrm>
            <a:off x="8105316" y="3702255"/>
            <a:ext cx="1991457" cy="1983579"/>
            <a:chOff x="11734800" y="7808121"/>
            <a:chExt cx="1991457" cy="1983579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EBD455-F5CB-0F54-E7F1-3AB62BEFFF9F}"/>
                </a:ext>
              </a:extLst>
            </p:cNvPr>
            <p:cNvSpPr/>
            <p:nvPr/>
          </p:nvSpPr>
          <p:spPr>
            <a:xfrm>
              <a:off x="11734800" y="7808121"/>
              <a:ext cx="1991457" cy="1983579"/>
            </a:xfrm>
            <a:prstGeom prst="ellipse">
              <a:avLst/>
            </a:prstGeom>
            <a:solidFill>
              <a:schemeClr val="tx2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Picture 35" descr="A bus sign with a red circle&#10;&#10;AI-generated content may be incorrect.">
              <a:extLst>
                <a:ext uri="{FF2B5EF4-FFF2-40B4-BE49-F238E27FC236}">
                  <a16:creationId xmlns:a16="http://schemas.microsoft.com/office/drawing/2014/main" id="{BEC02151-B9C9-4740-87D7-28E811FF1A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51" t="6500" r="4241" b="13322"/>
            <a:stretch>
              <a:fillRect/>
            </a:stretch>
          </p:blipFill>
          <p:spPr>
            <a:xfrm>
              <a:off x="11800743" y="7882639"/>
              <a:ext cx="1864826" cy="1812172"/>
            </a:xfrm>
            <a:prstGeom prst="ellipse">
              <a:avLst/>
            </a:prstGeom>
          </p:spPr>
        </p:pic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94CC766B-A3A4-0B86-6D44-F30BACCE97E1}"/>
              </a:ext>
            </a:extLst>
          </p:cNvPr>
          <p:cNvSpPr/>
          <p:nvPr/>
        </p:nvSpPr>
        <p:spPr>
          <a:xfrm>
            <a:off x="6167344" y="1874644"/>
            <a:ext cx="5867400" cy="5638800"/>
          </a:xfrm>
          <a:prstGeom prst="ellipse">
            <a:avLst/>
          </a:prstGeom>
          <a:solidFill>
            <a:schemeClr val="bg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78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DejaVu Serif" panose="02060603050605020204" pitchFamily="18" charset="0"/>
                <a:ea typeface="DejaVu Serif" panose="02060603050605020204" pitchFamily="18" charset="0"/>
                <a:cs typeface="Archivo Black"/>
                <a:sym typeface="Archivo Black"/>
              </a:rPr>
              <a:t>Problem Statement (Market Pull)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A8CC25-5806-935C-7AA8-D952F22F8D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6980" y="2139396"/>
            <a:ext cx="317019" cy="3231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2000">
        <p159:morph option="byObject"/>
      </p:transition>
    </mc:Choice>
    <mc:Fallback>
      <p:transition advClick="0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1A16-8AD0-1DCB-2FE2-625DFB663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94DC7A-13F9-7AD1-9231-70E62F3B58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6618FB6D-3D21-499D-ABDF-B62303D930D4}"/>
              </a:ext>
            </a:extLst>
          </p:cNvPr>
          <p:cNvGrpSpPr/>
          <p:nvPr/>
        </p:nvGrpSpPr>
        <p:grpSpPr>
          <a:xfrm>
            <a:off x="3993649" y="2518714"/>
            <a:ext cx="3362305" cy="2624786"/>
            <a:chOff x="3993649" y="2518714"/>
            <a:chExt cx="3362305" cy="262478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651ADF5-5C7A-D52C-77AA-080886DAC582}"/>
                </a:ext>
              </a:extLst>
            </p:cNvPr>
            <p:cNvSpPr/>
            <p:nvPr/>
          </p:nvSpPr>
          <p:spPr>
            <a:xfrm>
              <a:off x="4332240" y="2518714"/>
              <a:ext cx="2837397" cy="262478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 descr="A cartoon of a person looking at his watch&#10;&#10;AI-generated content may be incorrect.">
              <a:extLst>
                <a:ext uri="{FF2B5EF4-FFF2-40B4-BE49-F238E27FC236}">
                  <a16:creationId xmlns:a16="http://schemas.microsoft.com/office/drawing/2014/main" id="{4F8E9402-B2DD-F073-F665-94ACA1F2A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3649" y="2756202"/>
              <a:ext cx="3362305" cy="2241537"/>
            </a:xfrm>
            <a:prstGeom prst="rect">
              <a:avLst/>
            </a:prstGeom>
          </p:spPr>
        </p:pic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76E7BEF3-FCF9-BDCC-F786-E917A7FBCDF6}"/>
              </a:ext>
            </a:extLst>
          </p:cNvPr>
          <p:cNvSpPr/>
          <p:nvPr/>
        </p:nvSpPr>
        <p:spPr>
          <a:xfrm>
            <a:off x="4030717" y="5495839"/>
            <a:ext cx="2209800" cy="1983579"/>
          </a:xfrm>
          <a:prstGeom prst="ellipse">
            <a:avLst/>
          </a:prstGeom>
          <a:solidFill>
            <a:schemeClr val="tx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A82AEAE-941B-A439-E4BA-ACABF46F5A1E}"/>
              </a:ext>
            </a:extLst>
          </p:cNvPr>
          <p:cNvSpPr/>
          <p:nvPr/>
        </p:nvSpPr>
        <p:spPr>
          <a:xfrm>
            <a:off x="10668000" y="5907879"/>
            <a:ext cx="2819400" cy="2588421"/>
          </a:xfrm>
          <a:prstGeom prst="ellipse">
            <a:avLst/>
          </a:prstGeom>
          <a:solidFill>
            <a:srgbClr val="00206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98E786-A233-55E8-DB3F-E9AF4B15FCE2}"/>
              </a:ext>
            </a:extLst>
          </p:cNvPr>
          <p:cNvSpPr/>
          <p:nvPr/>
        </p:nvSpPr>
        <p:spPr>
          <a:xfrm>
            <a:off x="10972800" y="2419178"/>
            <a:ext cx="2209800" cy="198357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5C7375-0327-4104-F68C-524ED67BD91A}"/>
              </a:ext>
            </a:extLst>
          </p:cNvPr>
          <p:cNvSpPr/>
          <p:nvPr/>
        </p:nvSpPr>
        <p:spPr>
          <a:xfrm>
            <a:off x="5884748" y="467828"/>
            <a:ext cx="3276600" cy="3009900"/>
          </a:xfrm>
          <a:prstGeom prst="ellipse">
            <a:avLst/>
          </a:prstGeom>
          <a:solidFill>
            <a:schemeClr val="tx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No real-time information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618936-00F9-C203-A525-B8F4BA1E57C3}"/>
              </a:ext>
            </a:extLst>
          </p:cNvPr>
          <p:cNvSpPr/>
          <p:nvPr/>
        </p:nvSpPr>
        <p:spPr>
          <a:xfrm>
            <a:off x="14852162" y="3477728"/>
            <a:ext cx="2057400" cy="1983579"/>
          </a:xfrm>
          <a:prstGeom prst="ellipse">
            <a:avLst/>
          </a:prstGeom>
          <a:solidFill>
            <a:srgbClr val="00206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92C640F-9D13-3941-07CB-F22A88BED632}"/>
              </a:ext>
            </a:extLst>
          </p:cNvPr>
          <p:cNvSpPr/>
          <p:nvPr/>
        </p:nvSpPr>
        <p:spPr>
          <a:xfrm>
            <a:off x="4800600" y="6616987"/>
            <a:ext cx="3337034" cy="31008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Long waiting times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9EB0FAC-4C5D-E69C-FA0C-511878D2F678}"/>
              </a:ext>
            </a:extLst>
          </p:cNvPr>
          <p:cNvSpPr/>
          <p:nvPr/>
        </p:nvSpPr>
        <p:spPr>
          <a:xfrm>
            <a:off x="12754811" y="1172394"/>
            <a:ext cx="3253489" cy="2760612"/>
          </a:xfrm>
          <a:prstGeom prst="ellipse">
            <a:avLst/>
          </a:prstGeom>
          <a:solidFill>
            <a:schemeClr val="bg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Missed classes &amp; delays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3FC6E5-33B3-4A1B-81AD-482F838D2BF3}"/>
              </a:ext>
            </a:extLst>
          </p:cNvPr>
          <p:cNvSpPr/>
          <p:nvPr/>
        </p:nvSpPr>
        <p:spPr>
          <a:xfrm>
            <a:off x="6400800" y="2552700"/>
            <a:ext cx="5867400" cy="5638800"/>
          </a:xfrm>
          <a:prstGeom prst="ellipse">
            <a:avLst/>
          </a:prstGeom>
          <a:solidFill>
            <a:schemeClr val="bg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78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DejaVu Serif" panose="02060603050605020204" pitchFamily="18" charset="0"/>
                <a:ea typeface="DejaVu Serif" panose="02060603050605020204" pitchFamily="18" charset="0"/>
                <a:cs typeface="Archivo Black"/>
                <a:sym typeface="Archivo Black"/>
              </a:rPr>
              <a:t>Problem Statement (Market Pull)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22F14B4-9FA6-008F-2BBF-D00A6AC633B8}"/>
              </a:ext>
            </a:extLst>
          </p:cNvPr>
          <p:cNvSpPr/>
          <p:nvPr/>
        </p:nvSpPr>
        <p:spPr>
          <a:xfrm>
            <a:off x="1292527" y="490647"/>
            <a:ext cx="2994388" cy="2624786"/>
          </a:xfrm>
          <a:prstGeom prst="ellipse">
            <a:avLst/>
          </a:prstGeom>
          <a:solidFill>
            <a:schemeClr val="tx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Zero communication from drivers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D697B83-73BB-EF8A-E6E1-8B867650E6C5}"/>
              </a:ext>
            </a:extLst>
          </p:cNvPr>
          <p:cNvSpPr/>
          <p:nvPr/>
        </p:nvSpPr>
        <p:spPr>
          <a:xfrm>
            <a:off x="3207238" y="4902612"/>
            <a:ext cx="1219200" cy="1186453"/>
          </a:xfrm>
          <a:prstGeom prst="ellipse">
            <a:avLst/>
          </a:prstGeom>
          <a:solidFill>
            <a:schemeClr val="bg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082F53D-D1AB-5902-C1EF-FCF01DAC0709}"/>
              </a:ext>
            </a:extLst>
          </p:cNvPr>
          <p:cNvGrpSpPr/>
          <p:nvPr/>
        </p:nvGrpSpPr>
        <p:grpSpPr>
          <a:xfrm>
            <a:off x="2145693" y="2994997"/>
            <a:ext cx="2209800" cy="1983579"/>
            <a:chOff x="2145693" y="2994997"/>
            <a:chExt cx="2209800" cy="198357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18B39F5-AD83-C926-9364-9672B67E7B87}"/>
                </a:ext>
              </a:extLst>
            </p:cNvPr>
            <p:cNvSpPr/>
            <p:nvPr/>
          </p:nvSpPr>
          <p:spPr>
            <a:xfrm>
              <a:off x="2145693" y="2994997"/>
              <a:ext cx="2209800" cy="1983579"/>
            </a:xfrm>
            <a:prstGeom prst="ellipse">
              <a:avLst/>
            </a:prstGeom>
            <a:solidFill>
              <a:srgbClr val="002060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916CCF5-3FB1-441F-7385-3DEE3A567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466" t="21053" r="22825" b="30503"/>
            <a:stretch>
              <a:fillRect/>
            </a:stretch>
          </p:blipFill>
          <p:spPr>
            <a:xfrm>
              <a:off x="2209299" y="3024430"/>
              <a:ext cx="2112565" cy="1901099"/>
            </a:xfrm>
            <a:prstGeom prst="ellipse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E301348-4845-9436-8B07-23502335161F}"/>
              </a:ext>
            </a:extLst>
          </p:cNvPr>
          <p:cNvGrpSpPr/>
          <p:nvPr/>
        </p:nvGrpSpPr>
        <p:grpSpPr>
          <a:xfrm>
            <a:off x="13169462" y="5019990"/>
            <a:ext cx="2680138" cy="2473527"/>
            <a:chOff x="13169462" y="5019990"/>
            <a:chExt cx="2680138" cy="247352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490983-5CBA-0275-6249-33D6A51205FA}"/>
                </a:ext>
              </a:extLst>
            </p:cNvPr>
            <p:cNvSpPr/>
            <p:nvPr/>
          </p:nvSpPr>
          <p:spPr>
            <a:xfrm>
              <a:off x="13169462" y="5019990"/>
              <a:ext cx="2680138" cy="247352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B3837FA-4F3B-8E83-A040-D12AFF00B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21938" y="5456542"/>
              <a:ext cx="1158824" cy="1524768"/>
            </a:xfrm>
            <a:prstGeom prst="rect">
              <a:avLst/>
            </a:prstGeom>
          </p:spPr>
        </p:pic>
      </p:grpSp>
      <p:pic>
        <p:nvPicPr>
          <p:cNvPr id="26" name="Picture 25" descr="A person standing on a bus holding his hands up&#10;&#10;AI-generated content may be incorrect.">
            <a:extLst>
              <a:ext uri="{FF2B5EF4-FFF2-40B4-BE49-F238E27FC236}">
                <a16:creationId xmlns:a16="http://schemas.microsoft.com/office/drawing/2014/main" id="{AD8D0293-EA07-7416-F52B-E957C786DF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-403612"/>
            <a:ext cx="3770288" cy="3266451"/>
          </a:xfrm>
          <a:prstGeom prst="ellipse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8548CA7E-D95E-2971-6299-B3AA43AA9F87}"/>
              </a:ext>
            </a:extLst>
          </p:cNvPr>
          <p:cNvSpPr/>
          <p:nvPr/>
        </p:nvSpPr>
        <p:spPr>
          <a:xfrm>
            <a:off x="4667660" y="1379551"/>
            <a:ext cx="1219200" cy="1186453"/>
          </a:xfrm>
          <a:prstGeom prst="ellipse">
            <a:avLst/>
          </a:prstGeom>
          <a:solidFill>
            <a:schemeClr val="bg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D8C6AB-2387-27DF-048C-8C2BC7E1D42D}"/>
              </a:ext>
            </a:extLst>
          </p:cNvPr>
          <p:cNvSpPr/>
          <p:nvPr/>
        </p:nvSpPr>
        <p:spPr>
          <a:xfrm>
            <a:off x="14399172" y="7279741"/>
            <a:ext cx="2421321" cy="2400038"/>
          </a:xfrm>
          <a:prstGeom prst="ellipse">
            <a:avLst/>
          </a:prstGeom>
          <a:solidFill>
            <a:schemeClr val="bg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No tracking system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C9705C-6A61-6CFA-6BB0-C4391BEFAE6D}"/>
              </a:ext>
            </a:extLst>
          </p:cNvPr>
          <p:cNvGrpSpPr/>
          <p:nvPr/>
        </p:nvGrpSpPr>
        <p:grpSpPr>
          <a:xfrm>
            <a:off x="2594234" y="6974679"/>
            <a:ext cx="2453628" cy="2172890"/>
            <a:chOff x="2594234" y="6974679"/>
            <a:chExt cx="2453628" cy="217289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0183D72-E340-2664-FDC5-04371F5955AF}"/>
                </a:ext>
              </a:extLst>
            </p:cNvPr>
            <p:cNvSpPr/>
            <p:nvPr/>
          </p:nvSpPr>
          <p:spPr>
            <a:xfrm>
              <a:off x="2594234" y="6974679"/>
              <a:ext cx="2453628" cy="2172890"/>
            </a:xfrm>
            <a:prstGeom prst="ellipse">
              <a:avLst/>
            </a:prstGeom>
            <a:solidFill>
              <a:schemeClr val="bg2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Picture 31" descr="A pile of yellow signs&#10;&#10;AI-generated content may be incorrect.">
              <a:extLst>
                <a:ext uri="{FF2B5EF4-FFF2-40B4-BE49-F238E27FC236}">
                  <a16:creationId xmlns:a16="http://schemas.microsoft.com/office/drawing/2014/main" id="{9E7F16CB-7BEC-8986-EBEB-82CC6299D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9149" y="7007851"/>
              <a:ext cx="2161115" cy="2106546"/>
            </a:xfrm>
            <a:prstGeom prst="ellipse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AD007ED-B8A5-136E-95DB-ACA0D7C907B8}"/>
              </a:ext>
            </a:extLst>
          </p:cNvPr>
          <p:cNvGrpSpPr/>
          <p:nvPr/>
        </p:nvGrpSpPr>
        <p:grpSpPr>
          <a:xfrm>
            <a:off x="11734800" y="7808121"/>
            <a:ext cx="1991457" cy="1983579"/>
            <a:chOff x="11734800" y="7808121"/>
            <a:chExt cx="1991457" cy="1983579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5BAB82F-43A7-31BD-DAB4-69E0CD898116}"/>
                </a:ext>
              </a:extLst>
            </p:cNvPr>
            <p:cNvSpPr/>
            <p:nvPr/>
          </p:nvSpPr>
          <p:spPr>
            <a:xfrm>
              <a:off x="11734800" y="7808121"/>
              <a:ext cx="1991457" cy="1983579"/>
            </a:xfrm>
            <a:prstGeom prst="ellipse">
              <a:avLst/>
            </a:prstGeom>
            <a:solidFill>
              <a:schemeClr val="tx2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Picture 35" descr="A bus sign with a red circle&#10;&#10;AI-generated content may be incorrect.">
              <a:extLst>
                <a:ext uri="{FF2B5EF4-FFF2-40B4-BE49-F238E27FC236}">
                  <a16:creationId xmlns:a16="http://schemas.microsoft.com/office/drawing/2014/main" id="{32F607D1-202F-E965-F03B-A3B35B39D4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51" t="6500" r="4241" b="13322"/>
            <a:stretch>
              <a:fillRect/>
            </a:stretch>
          </p:blipFill>
          <p:spPr>
            <a:xfrm>
              <a:off x="11800743" y="7882639"/>
              <a:ext cx="1864826" cy="1812172"/>
            </a:xfrm>
            <a:prstGeom prst="ellipse">
              <a:avLst/>
            </a:prstGeom>
          </p:spPr>
        </p:pic>
      </p:grpSp>
      <p:pic>
        <p:nvPicPr>
          <p:cNvPr id="4" name="Graphic 3" descr="An afraid face">
            <a:extLst>
              <a:ext uri="{FF2B5EF4-FFF2-40B4-BE49-F238E27FC236}">
                <a16:creationId xmlns:a16="http://schemas.microsoft.com/office/drawing/2014/main" id="{F043B184-233F-E44E-A673-155A057598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78342" y="1842525"/>
            <a:ext cx="3143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259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EF6C-3D2F-4FC3-A45A-6EF76EAF2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DBE350-AF8E-0778-154B-014BE38AC9E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C4F7306-BC06-1766-8AB1-F57960C11BB4}"/>
              </a:ext>
            </a:extLst>
          </p:cNvPr>
          <p:cNvGrpSpPr/>
          <p:nvPr/>
        </p:nvGrpSpPr>
        <p:grpSpPr>
          <a:xfrm>
            <a:off x="11908043" y="-42095"/>
            <a:ext cx="6379957" cy="10287000"/>
            <a:chOff x="0" y="0"/>
            <a:chExt cx="1680318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29359CC-16B6-5C79-EBF3-23ACA02AE1BD}"/>
                </a:ext>
              </a:extLst>
            </p:cNvPr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4DF11F5-F211-01F1-65AC-79BE9405BF5B}"/>
                </a:ext>
              </a:extLst>
            </p:cNvPr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F13A008-22CE-849C-8636-712869ECD94B}"/>
              </a:ext>
            </a:extLst>
          </p:cNvPr>
          <p:cNvGrpSpPr/>
          <p:nvPr/>
        </p:nvGrpSpPr>
        <p:grpSpPr>
          <a:xfrm>
            <a:off x="10640583" y="1606753"/>
            <a:ext cx="1868266" cy="1868266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0B51CAB-244D-46FA-F7EE-AD79CB7E2F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854D130-DDCD-8996-449C-36F7738659BB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10CA47E-9631-1BF6-D8AE-258C6792ADFE}"/>
              </a:ext>
            </a:extLst>
          </p:cNvPr>
          <p:cNvSpPr txBox="1"/>
          <p:nvPr/>
        </p:nvSpPr>
        <p:spPr>
          <a:xfrm>
            <a:off x="5247283" y="4783283"/>
            <a:ext cx="4908029" cy="34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 Bold"/>
                <a:sym typeface="Poppins Bold"/>
              </a:rPr>
              <a:t>Porter / SWOT analysis</a:t>
            </a: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B210AFA-16B2-A656-8943-F930A09BEBF4}"/>
              </a:ext>
            </a:extLst>
          </p:cNvPr>
          <p:cNvSpPr txBox="1"/>
          <p:nvPr/>
        </p:nvSpPr>
        <p:spPr>
          <a:xfrm>
            <a:off x="5870397" y="7516460"/>
            <a:ext cx="4284915" cy="349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Competitive analysis 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BE8456A-F1D9-4D8E-DF75-F6C9CDECDBFC}"/>
              </a:ext>
            </a:extLst>
          </p:cNvPr>
          <p:cNvGrpSpPr/>
          <p:nvPr/>
        </p:nvGrpSpPr>
        <p:grpSpPr>
          <a:xfrm>
            <a:off x="10640583" y="4210291"/>
            <a:ext cx="1868266" cy="1868266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3EFA324-5557-EB1E-5797-9CEB7A7C1B7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10BD64-9EA0-10D9-D3CF-0465EDE3B3A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33BD17A-41C8-F78E-1813-9B419EA9E32A}"/>
              </a:ext>
            </a:extLst>
          </p:cNvPr>
          <p:cNvGrpSpPr/>
          <p:nvPr/>
        </p:nvGrpSpPr>
        <p:grpSpPr>
          <a:xfrm>
            <a:off x="10640583" y="6811982"/>
            <a:ext cx="1868266" cy="1868266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83084E6-786D-9DC1-E515-931BA540B2E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5A8D8C1-9E4A-5F8D-CD25-20447A09CAA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4BFB20B-A2B1-4B54-3456-AABEBA99DD3B}"/>
              </a:ext>
            </a:extLst>
          </p:cNvPr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0A728CC-5821-0E9F-237B-FF408A8F739B}"/>
                </a:ext>
              </a:extLst>
            </p:cNvPr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2C70E0F-096A-5A35-1533-45EB01C090BC}"/>
                </a:ext>
              </a:extLst>
            </p:cNvPr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4329C41-6BFB-A0D3-093D-CBE0E2638339}"/>
              </a:ext>
            </a:extLst>
          </p:cNvPr>
          <p:cNvSpPr txBox="1"/>
          <p:nvPr/>
        </p:nvSpPr>
        <p:spPr>
          <a:xfrm>
            <a:off x="4343401" y="2216722"/>
            <a:ext cx="5877500" cy="349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 Primary Market Research 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6144372-8A91-5FC7-8FDA-B7B20DF85755}"/>
              </a:ext>
            </a:extLst>
          </p:cNvPr>
          <p:cNvSpPr txBox="1"/>
          <p:nvPr/>
        </p:nvSpPr>
        <p:spPr>
          <a:xfrm>
            <a:off x="10755298" y="1901472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E3773F6-FB1F-60C5-7064-849BC103B12A}"/>
              </a:ext>
            </a:extLst>
          </p:cNvPr>
          <p:cNvSpPr txBox="1"/>
          <p:nvPr/>
        </p:nvSpPr>
        <p:spPr>
          <a:xfrm>
            <a:off x="10755298" y="4495485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DA74891-FC0E-AAE7-E987-4EDF6B8589A5}"/>
              </a:ext>
            </a:extLst>
          </p:cNvPr>
          <p:cNvSpPr txBox="1"/>
          <p:nvPr/>
        </p:nvSpPr>
        <p:spPr>
          <a:xfrm>
            <a:off x="10755298" y="7097732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7D500F-F6CF-70EE-BB4C-02E8D9C13576}"/>
              </a:ext>
            </a:extLst>
          </p:cNvPr>
          <p:cNvSpPr txBox="1"/>
          <p:nvPr/>
        </p:nvSpPr>
        <p:spPr>
          <a:xfrm>
            <a:off x="10330462" y="1182619"/>
            <a:ext cx="9768840" cy="45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65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chivo Black"/>
                <a:ea typeface="Archivo Black"/>
                <a:cs typeface="Archivo Black"/>
                <a:sym typeface="Archivo Black"/>
              </a:rPr>
              <a:t>Evidence of the Problem </a:t>
            </a:r>
          </a:p>
        </p:txBody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id="{1E983497-5B6E-D740-975E-8378482A33F9}"/>
              </a:ext>
            </a:extLst>
          </p:cNvPr>
          <p:cNvSpPr/>
          <p:nvPr/>
        </p:nvSpPr>
        <p:spPr>
          <a:xfrm>
            <a:off x="12928531" y="3352826"/>
            <a:ext cx="4322867" cy="3722046"/>
          </a:xfrm>
          <a:custGeom>
            <a:avLst/>
            <a:gdLst/>
            <a:ahLst/>
            <a:cxnLst/>
            <a:rect l="l" t="t" r="r" b="b"/>
            <a:pathLst>
              <a:path w="6243788" h="6228384">
                <a:moveTo>
                  <a:pt x="0" y="0"/>
                </a:moveTo>
                <a:lnTo>
                  <a:pt x="6243788" y="0"/>
                </a:lnTo>
                <a:lnTo>
                  <a:pt x="6243788" y="6228384"/>
                </a:lnTo>
                <a:lnTo>
                  <a:pt x="0" y="6228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761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C14A0-9558-4218-7370-B7B978C15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3">
            <a:extLst>
              <a:ext uri="{FF2B5EF4-FFF2-40B4-BE49-F238E27FC236}">
                <a16:creationId xmlns:a16="http://schemas.microsoft.com/office/drawing/2014/main" id="{6D97E431-C94F-CDDC-900E-887D82ED9315}"/>
              </a:ext>
            </a:extLst>
          </p:cNvPr>
          <p:cNvSpPr txBox="1"/>
          <p:nvPr/>
        </p:nvSpPr>
        <p:spPr>
          <a:xfrm>
            <a:off x="10755298" y="709773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77294CC-BFB0-4365-D1BD-3F5A56C9C9F3}"/>
              </a:ext>
            </a:extLst>
          </p:cNvPr>
          <p:cNvSpPr txBox="1"/>
          <p:nvPr/>
        </p:nvSpPr>
        <p:spPr>
          <a:xfrm>
            <a:off x="5022589" y="7202507"/>
            <a:ext cx="4908029" cy="32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5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compettitive</a:t>
            </a:r>
            <a:r>
              <a:rPr lang="en-US" sz="185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analysis 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4CBE592-0F89-955B-3843-4CA6B6540EFA}"/>
              </a:ext>
            </a:extLst>
          </p:cNvPr>
          <p:cNvSpPr txBox="1"/>
          <p:nvPr/>
        </p:nvSpPr>
        <p:spPr>
          <a:xfrm>
            <a:off x="10755298" y="4495485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6ADF3A-CC11-8DF0-FA6D-4050CDEBD78E}"/>
              </a:ext>
            </a:extLst>
          </p:cNvPr>
          <p:cNvSpPr txBox="1"/>
          <p:nvPr/>
        </p:nvSpPr>
        <p:spPr>
          <a:xfrm>
            <a:off x="5121393" y="4323722"/>
            <a:ext cx="4908029" cy="32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51" b="1" dirty="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porter / SWOT analysis</a:t>
            </a:r>
            <a:r>
              <a:rPr lang="en-US" sz="185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5E407C1-64AE-AF4A-E248-C1FCA74565D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D2C0B8B-9962-3D4D-07A5-155A07B9824F}"/>
              </a:ext>
            </a:extLst>
          </p:cNvPr>
          <p:cNvGrpSpPr/>
          <p:nvPr/>
        </p:nvGrpSpPr>
        <p:grpSpPr>
          <a:xfrm>
            <a:off x="11908043" y="-42095"/>
            <a:ext cx="6379957" cy="10287000"/>
            <a:chOff x="0" y="0"/>
            <a:chExt cx="1680318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7923395-EB12-7D62-A3D8-BC5C1148C4FC}"/>
                </a:ext>
              </a:extLst>
            </p:cNvPr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C13679A-290E-FEEE-9EF4-C06219EDB44C}"/>
                </a:ext>
              </a:extLst>
            </p:cNvPr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FC5CE19-36BD-9787-71E4-F5B16188753E}"/>
              </a:ext>
            </a:extLst>
          </p:cNvPr>
          <p:cNvGrpSpPr/>
          <p:nvPr/>
        </p:nvGrpSpPr>
        <p:grpSpPr>
          <a:xfrm>
            <a:off x="718446" y="-491616"/>
            <a:ext cx="17188556" cy="11578721"/>
            <a:chOff x="0" y="-162078"/>
            <a:chExt cx="1176250" cy="10256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FE2C8EA-13E1-1965-28C0-267820D8E8C3}"/>
                </a:ext>
              </a:extLst>
            </p:cNvPr>
            <p:cNvSpPr/>
            <p:nvPr/>
          </p:nvSpPr>
          <p:spPr>
            <a:xfrm>
              <a:off x="0" y="-162078"/>
              <a:ext cx="1176250" cy="1025681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2765540-9931-E134-9D39-8D684A54816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E50F8EA-215E-5546-5AF2-CFF88F0D60A3}"/>
              </a:ext>
            </a:extLst>
          </p:cNvPr>
          <p:cNvGrpSpPr/>
          <p:nvPr/>
        </p:nvGrpSpPr>
        <p:grpSpPr>
          <a:xfrm>
            <a:off x="10640583" y="4210291"/>
            <a:ext cx="1868266" cy="1868266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4EB0C8C-85BA-FA91-667B-7F46339235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B381466-A305-626A-6EED-524E57DC3B57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C5E506F-2561-2F9B-F537-9079BF4B2E7A}"/>
              </a:ext>
            </a:extLst>
          </p:cNvPr>
          <p:cNvGrpSpPr/>
          <p:nvPr/>
        </p:nvGrpSpPr>
        <p:grpSpPr>
          <a:xfrm>
            <a:off x="10640583" y="6811982"/>
            <a:ext cx="1868266" cy="1868266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C5C2C67-39A9-9F5E-E5D1-495BC29FD2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0ABE94D-2986-F912-BA85-8F5C66A4D69A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E502A10-8381-AD25-9DD2-E46101B412C3}"/>
              </a:ext>
            </a:extLst>
          </p:cNvPr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D503AD8-6A79-04EF-C492-152526328B0E}"/>
                </a:ext>
              </a:extLst>
            </p:cNvPr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425E13B-985E-45B8-E402-154A36131D12}"/>
                </a:ext>
              </a:extLst>
            </p:cNvPr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AEB425F-8B9E-9F02-48DF-0D71F4803EED}"/>
              </a:ext>
            </a:extLst>
          </p:cNvPr>
          <p:cNvSpPr txBox="1"/>
          <p:nvPr/>
        </p:nvSpPr>
        <p:spPr>
          <a:xfrm>
            <a:off x="6085608" y="370924"/>
            <a:ext cx="5822435" cy="349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 Primary Market Research 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17E70C0-1D25-4B33-A164-548C3E57D5BD}"/>
              </a:ext>
            </a:extLst>
          </p:cNvPr>
          <p:cNvSpPr txBox="1"/>
          <p:nvPr/>
        </p:nvSpPr>
        <p:spPr>
          <a:xfrm>
            <a:off x="11988445" y="445925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D6BA755-6813-A6AC-12E6-54EC0505E8AF}"/>
              </a:ext>
            </a:extLst>
          </p:cNvPr>
          <p:cNvSpPr txBox="1"/>
          <p:nvPr/>
        </p:nvSpPr>
        <p:spPr>
          <a:xfrm>
            <a:off x="14265925" y="279555"/>
            <a:ext cx="3315295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Evidence of the Problem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9A78E-37AE-841F-FC6D-CA04067FD1C5}"/>
              </a:ext>
            </a:extLst>
          </p:cNvPr>
          <p:cNvSpPr txBox="1"/>
          <p:nvPr/>
        </p:nvSpPr>
        <p:spPr>
          <a:xfrm>
            <a:off x="3505200" y="1783216"/>
            <a:ext cx="1042826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DejaVu Serif" panose="02060603050605020204" pitchFamily="18" charset="0"/>
                <a:ea typeface="DejaVu Serif" panose="02060603050605020204" pitchFamily="18" charset="0"/>
              </a:rPr>
              <a:t>Surveys targeted students and transport providers in Bekaa to assess current transportation challenges and interest in smart solutions.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DejaVu Serif" panose="02060603050605020204" pitchFamily="18" charset="0"/>
                <a:ea typeface="DejaVu Serif" panose="02060603050605020204" pitchFamily="18" charset="0"/>
              </a:rPr>
              <a:t>Users reported frequent delays, overcrowding, and difficulty planning trips due to lack of reliable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DejaVu Serif" panose="02060603050605020204" pitchFamily="18" charset="0"/>
                <a:ea typeface="DejaVu Serif" panose="02060603050605020204" pitchFamily="18" charset="0"/>
              </a:rPr>
              <a:t>Strong interest in real-time tracking, notifications, and app-based booking to improve travel experience.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DejaVu Serif" panose="02060603050605020204" pitchFamily="18" charset="0"/>
                <a:ea typeface="DejaVu Serif" panose="02060603050605020204" pitchFamily="18" charset="0"/>
              </a:rPr>
              <a:t>Drivers also expressed willingness to use technology for better scheduling and increased passenger satisfaction.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DejaVu Serif" panose="02060603050605020204" pitchFamily="18" charset="0"/>
                <a:ea typeface="DejaVu Serif" panose="02060603050605020204" pitchFamily="18" charset="0"/>
              </a:rPr>
              <a:t>Overall results show a clear demand for reliable, tech-enabled transport solutions like rAsif.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DBF1BB2-1CCA-A3FB-A58C-E11CE9929A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802" b="-1"/>
          <a:stretch>
            <a:fillRect/>
          </a:stretch>
        </p:blipFill>
        <p:spPr>
          <a:xfrm>
            <a:off x="3755148" y="5903407"/>
            <a:ext cx="10154671" cy="452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80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1908043" y="-42095"/>
            <a:ext cx="6379957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640583" y="1606753"/>
            <a:ext cx="1868266" cy="186826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247283" y="4783283"/>
            <a:ext cx="4908029" cy="34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 Bold"/>
                <a:sym typeface="Poppins Bold"/>
              </a:rPr>
              <a:t>Porter / SWOT analysis</a:t>
            </a: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70397" y="7516460"/>
            <a:ext cx="4284915" cy="349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Competitive analysis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640583" y="4210291"/>
            <a:ext cx="1868266" cy="186826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40583" y="6811982"/>
            <a:ext cx="1868266" cy="186826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343401" y="2216722"/>
            <a:ext cx="5877500" cy="349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 Primary Market Research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55298" y="1901472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55298" y="4495485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755298" y="7097732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C2D424-DB52-5054-9B7C-EBC6D53DA61A}"/>
              </a:ext>
            </a:extLst>
          </p:cNvPr>
          <p:cNvSpPr txBox="1"/>
          <p:nvPr/>
        </p:nvSpPr>
        <p:spPr>
          <a:xfrm>
            <a:off x="10330462" y="1182619"/>
            <a:ext cx="9768840" cy="45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65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chivo Black"/>
                <a:ea typeface="Archivo Black"/>
                <a:cs typeface="Archivo Black"/>
                <a:sym typeface="Archivo Black"/>
              </a:rPr>
              <a:t>Evidence of the Problem </a:t>
            </a:r>
          </a:p>
        </p:txBody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id="{151FBFC3-D8B8-C74D-4682-26FA93DD1696}"/>
              </a:ext>
            </a:extLst>
          </p:cNvPr>
          <p:cNvSpPr/>
          <p:nvPr/>
        </p:nvSpPr>
        <p:spPr>
          <a:xfrm>
            <a:off x="12928531" y="3352826"/>
            <a:ext cx="4322867" cy="3722046"/>
          </a:xfrm>
          <a:custGeom>
            <a:avLst/>
            <a:gdLst/>
            <a:ahLst/>
            <a:cxnLst/>
            <a:rect l="l" t="t" r="r" b="b"/>
            <a:pathLst>
              <a:path w="6243788" h="6228384">
                <a:moveTo>
                  <a:pt x="0" y="0"/>
                </a:moveTo>
                <a:lnTo>
                  <a:pt x="6243788" y="0"/>
                </a:lnTo>
                <a:lnTo>
                  <a:pt x="6243788" y="6228384"/>
                </a:lnTo>
                <a:lnTo>
                  <a:pt x="0" y="6228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C73A-9E34-35E0-65C3-7F89C1C2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3">
            <a:extLst>
              <a:ext uri="{FF2B5EF4-FFF2-40B4-BE49-F238E27FC236}">
                <a16:creationId xmlns:a16="http://schemas.microsoft.com/office/drawing/2014/main" id="{1A63EE6E-2FD1-CEA1-69BD-CA78FDF43CB9}"/>
              </a:ext>
            </a:extLst>
          </p:cNvPr>
          <p:cNvSpPr txBox="1"/>
          <p:nvPr/>
        </p:nvSpPr>
        <p:spPr>
          <a:xfrm>
            <a:off x="10755298" y="7097732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6F7E12A-4438-662F-47AF-35B02E6E7480}"/>
              </a:ext>
            </a:extLst>
          </p:cNvPr>
          <p:cNvSpPr txBox="1"/>
          <p:nvPr/>
        </p:nvSpPr>
        <p:spPr>
          <a:xfrm>
            <a:off x="5312871" y="2216722"/>
            <a:ext cx="4908029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 Primary Market Research 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75E983B-DA87-1634-F2F9-DA19DA4A83AE}"/>
              </a:ext>
            </a:extLst>
          </p:cNvPr>
          <p:cNvSpPr txBox="1"/>
          <p:nvPr/>
        </p:nvSpPr>
        <p:spPr>
          <a:xfrm>
            <a:off x="10755298" y="1901472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BEF282F1-FCE7-005D-B058-DC54897D48A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636FF7C-8B53-8C52-BCA9-3F03F0190844}"/>
              </a:ext>
            </a:extLst>
          </p:cNvPr>
          <p:cNvGrpSpPr/>
          <p:nvPr/>
        </p:nvGrpSpPr>
        <p:grpSpPr>
          <a:xfrm>
            <a:off x="11908043" y="-42095"/>
            <a:ext cx="6379957" cy="10287000"/>
            <a:chOff x="0" y="0"/>
            <a:chExt cx="1680318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7007E5B-0B10-C09B-9A7F-1568955A8A22}"/>
                </a:ext>
              </a:extLst>
            </p:cNvPr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FE83296-C95E-2EF6-45DD-C8FD3DD28C8B}"/>
                </a:ext>
              </a:extLst>
            </p:cNvPr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09B027C-6B3A-C971-608C-FF246623533D}"/>
              </a:ext>
            </a:extLst>
          </p:cNvPr>
          <p:cNvGrpSpPr/>
          <p:nvPr/>
        </p:nvGrpSpPr>
        <p:grpSpPr>
          <a:xfrm>
            <a:off x="10640583" y="1606753"/>
            <a:ext cx="1868266" cy="1868266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DD31225-5690-49A6-080B-FF024C807E0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0BF847-1203-4577-CE28-1225F08F6A27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14EB229D-4F56-61BE-92CE-DA1492607E50}"/>
              </a:ext>
            </a:extLst>
          </p:cNvPr>
          <p:cNvSpPr txBox="1"/>
          <p:nvPr/>
        </p:nvSpPr>
        <p:spPr>
          <a:xfrm>
            <a:off x="6400800" y="7628521"/>
            <a:ext cx="3294315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compettitive</a:t>
            </a:r>
            <a:r>
              <a:rPr lang="en-US" sz="24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analysis 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D9CBD0F-36F7-0A55-FFAA-B039B800E866}"/>
              </a:ext>
            </a:extLst>
          </p:cNvPr>
          <p:cNvGrpSpPr/>
          <p:nvPr/>
        </p:nvGrpSpPr>
        <p:grpSpPr>
          <a:xfrm>
            <a:off x="782051" y="-537033"/>
            <a:ext cx="17353549" cy="11732228"/>
            <a:chOff x="-47499" y="-55682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C3F052-D83E-E69A-D070-7922C464DA95}"/>
                </a:ext>
              </a:extLst>
            </p:cNvPr>
            <p:cNvSpPr/>
            <p:nvPr/>
          </p:nvSpPr>
          <p:spPr>
            <a:xfrm>
              <a:off x="-47499" y="-55682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B7C8CBC-CE6B-EE45-0247-1F9B82F70DCA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F17AF21-735B-5ED8-0AC5-F7C036525EE3}"/>
              </a:ext>
            </a:extLst>
          </p:cNvPr>
          <p:cNvGrpSpPr/>
          <p:nvPr/>
        </p:nvGrpSpPr>
        <p:grpSpPr>
          <a:xfrm>
            <a:off x="10640583" y="6811982"/>
            <a:ext cx="1868266" cy="1868266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B1E9CF7-30FD-A20C-ED37-FCC27F2A18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15CC4D7-D76D-6781-1FAA-ADDC672CB90F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A082ECF-56FB-99CC-80DE-6AF4ADC76E50}"/>
              </a:ext>
            </a:extLst>
          </p:cNvPr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4E3708C-EE14-B469-6EA8-986743F85460}"/>
                </a:ext>
              </a:extLst>
            </p:cNvPr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CD7FC55-751E-2DD7-8F83-6E508C06B317}"/>
                </a:ext>
              </a:extLst>
            </p:cNvPr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D341F14F-815B-541D-3717-F040709E3F5B}"/>
              </a:ext>
            </a:extLst>
          </p:cNvPr>
          <p:cNvSpPr txBox="1"/>
          <p:nvPr/>
        </p:nvSpPr>
        <p:spPr>
          <a:xfrm>
            <a:off x="11924459" y="380217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BB64E18-EC6D-9B94-3925-FC68F6B2CC91}"/>
              </a:ext>
            </a:extLst>
          </p:cNvPr>
          <p:cNvSpPr txBox="1"/>
          <p:nvPr/>
        </p:nvSpPr>
        <p:spPr>
          <a:xfrm>
            <a:off x="14554200" y="173211"/>
            <a:ext cx="3315295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Evidence of the Problem 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C77E3BE-22D7-F6AE-7B8A-8D57EFC22AB5}"/>
              </a:ext>
            </a:extLst>
          </p:cNvPr>
          <p:cNvSpPr txBox="1"/>
          <p:nvPr/>
        </p:nvSpPr>
        <p:spPr>
          <a:xfrm>
            <a:off x="6096001" y="586287"/>
            <a:ext cx="5502014" cy="362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 Bold"/>
                <a:sym typeface="Poppins Bold"/>
              </a:rPr>
              <a:t>porter / SWOT analysis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788CEE7-BCAE-D573-3373-8ED73C7892B4}"/>
              </a:ext>
            </a:extLst>
          </p:cNvPr>
          <p:cNvGrpSpPr/>
          <p:nvPr/>
        </p:nvGrpSpPr>
        <p:grpSpPr>
          <a:xfrm>
            <a:off x="2845803" y="878695"/>
            <a:ext cx="5181909" cy="8539160"/>
            <a:chOff x="2845803" y="878695"/>
            <a:chExt cx="5181909" cy="853916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6CA103E-176F-989D-B72E-77E18D58A9D7}"/>
                </a:ext>
              </a:extLst>
            </p:cNvPr>
            <p:cNvSpPr txBox="1"/>
            <p:nvPr/>
          </p:nvSpPr>
          <p:spPr>
            <a:xfrm>
              <a:off x="2845803" y="4893540"/>
              <a:ext cx="5181909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400" dirty="0">
                  <a:solidFill>
                    <a:schemeClr val="tx2">
                      <a:lumMod val="50000"/>
                    </a:schemeClr>
                  </a:solidFill>
                  <a:latin typeface="+mj-lt"/>
                  <a:ea typeface="DejaVu Serif" panose="02060603050605020204" pitchFamily="18" charset="0"/>
                </a:rPr>
                <a:t>The smart transport project operates in a market with strong customer demand and significant public sector influence, while facing moderate supplier power and moderate threat from new entrants.</a:t>
              </a:r>
            </a:p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400" dirty="0">
                  <a:solidFill>
                    <a:schemeClr val="tx2">
                      <a:lumMod val="50000"/>
                    </a:schemeClr>
                  </a:solidFill>
                  <a:latin typeface="+mj-lt"/>
                  <a:ea typeface="DejaVu Serif" panose="02060603050605020204" pitchFamily="18" charset="0"/>
                </a:rPr>
                <a:t>The main competitive pressures come from strong substitutes and high customer expectations, but low competition and supportive government policies create strategic opportunities for growth.</a:t>
              </a:r>
            </a:p>
          </p:txBody>
        </p:sp>
        <p:pic>
          <p:nvPicPr>
            <p:cNvPr id="29" name="Picture 28" descr="A diagram of a company&#10;&#10;AI-generated content may be incorrect.">
              <a:extLst>
                <a:ext uri="{FF2B5EF4-FFF2-40B4-BE49-F238E27FC236}">
                  <a16:creationId xmlns:a16="http://schemas.microsoft.com/office/drawing/2014/main" id="{10A01F2B-955E-624F-3C6F-F95D3FFC2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8571" y="878695"/>
              <a:ext cx="4332185" cy="407894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AF421C-0CA1-FE24-BC79-C52B422E8705}"/>
              </a:ext>
            </a:extLst>
          </p:cNvPr>
          <p:cNvGrpSpPr/>
          <p:nvPr/>
        </p:nvGrpSpPr>
        <p:grpSpPr>
          <a:xfrm>
            <a:off x="9309278" y="1347059"/>
            <a:ext cx="6475138" cy="8618670"/>
            <a:chOff x="9309278" y="1347059"/>
            <a:chExt cx="6475138" cy="861867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7BBE534-8178-3EE7-1DE7-DE2FF8B98211}"/>
                </a:ext>
              </a:extLst>
            </p:cNvPr>
            <p:cNvGrpSpPr/>
            <p:nvPr/>
          </p:nvGrpSpPr>
          <p:grpSpPr>
            <a:xfrm>
              <a:off x="9309278" y="1347059"/>
              <a:ext cx="6475138" cy="3325237"/>
              <a:chOff x="9309278" y="1347059"/>
              <a:chExt cx="6475138" cy="3325237"/>
            </a:xfrm>
          </p:grpSpPr>
          <p:pic>
            <p:nvPicPr>
              <p:cNvPr id="31" name="Picture 30" descr="A blue puzzle with white text&#10;&#10;AI-generated content may be incorrect.">
                <a:extLst>
                  <a:ext uri="{FF2B5EF4-FFF2-40B4-BE49-F238E27FC236}">
                    <a16:creationId xmlns:a16="http://schemas.microsoft.com/office/drawing/2014/main" id="{3F409CDD-50C0-6BE6-947F-08FB1CDDF0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05718" y="1347059"/>
                <a:ext cx="3808557" cy="3325237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70E323-BFB7-80E2-6B7A-55B956D8EFD9}"/>
                  </a:ext>
                </a:extLst>
              </p:cNvPr>
              <p:cNvSpPr txBox="1"/>
              <p:nvPr/>
            </p:nvSpPr>
            <p:spPr>
              <a:xfrm>
                <a:off x="9309278" y="1555923"/>
                <a:ext cx="13592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204982"/>
                    </a:solidFill>
                    <a:latin typeface="DejaVu Serif" panose="02060603050605020204" pitchFamily="18" charset="0"/>
                    <a:ea typeface="DejaVu Serif" panose="02060603050605020204" pitchFamily="18" charset="0"/>
                  </a:rPr>
                  <a:t>Strength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C0C55C-BFC0-FE59-5CD5-937AC6BF1FA0}"/>
                  </a:ext>
                </a:extLst>
              </p:cNvPr>
              <p:cNvSpPr txBox="1"/>
              <p:nvPr/>
            </p:nvSpPr>
            <p:spPr>
              <a:xfrm>
                <a:off x="14011174" y="1640853"/>
                <a:ext cx="16105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204982"/>
                    </a:solidFill>
                    <a:latin typeface="DejaVu Serif" panose="02060603050605020204" pitchFamily="18" charset="0"/>
                    <a:ea typeface="DejaVu Serif" panose="02060603050605020204" pitchFamily="18" charset="0"/>
                  </a:rPr>
                  <a:t>Weakness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F06F128-A40E-FD52-A6F9-81E1E186874F}"/>
                  </a:ext>
                </a:extLst>
              </p:cNvPr>
              <p:cNvSpPr txBox="1"/>
              <p:nvPr/>
            </p:nvSpPr>
            <p:spPr>
              <a:xfrm>
                <a:off x="14011174" y="3924300"/>
                <a:ext cx="17732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204982"/>
                    </a:solidFill>
                    <a:latin typeface="DejaVu Serif" panose="02060603050605020204" pitchFamily="18" charset="0"/>
                    <a:ea typeface="DejaVu Serif" panose="02060603050605020204" pitchFamily="18" charset="0"/>
                  </a:rPr>
                  <a:t>Opportunities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C30CD5-6151-6120-F393-8C84A5A95AF2}"/>
                  </a:ext>
                </a:extLst>
              </p:cNvPr>
              <p:cNvSpPr txBox="1"/>
              <p:nvPr/>
            </p:nvSpPr>
            <p:spPr>
              <a:xfrm>
                <a:off x="9406627" y="4095110"/>
                <a:ext cx="1066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204982"/>
                    </a:solidFill>
                    <a:latin typeface="DejaVu Serif" panose="02060603050605020204" pitchFamily="18" charset="0"/>
                    <a:ea typeface="DejaVu Serif" panose="02060603050605020204" pitchFamily="18" charset="0"/>
                  </a:rPr>
                  <a:t>Threats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0332FC5-7513-9C9B-46E2-2B219F49A462}"/>
                </a:ext>
              </a:extLst>
            </p:cNvPr>
            <p:cNvSpPr txBox="1"/>
            <p:nvPr/>
          </p:nvSpPr>
          <p:spPr>
            <a:xfrm>
              <a:off x="9773261" y="4702750"/>
              <a:ext cx="5668936" cy="5262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sz="2400" dirty="0"/>
                <a:t>The startup has strong technical capabilities and market-fit (real-time tracking, AI predictions, scalable and localized solution) with major growth opportunities through digital adoption, government initiatives, partnerships, and expansion potential.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sz="2400" dirty="0"/>
                <a:t>It faces financial and operational challenges (costs, infrastructure reliance, permissions, driver cooperation, low brand awareness) along with external risks such as political/economic instability, industry resistance, legal concerns, and competition from established apps.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6208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F333-351C-1DF4-24EB-452FB2830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3987C0-C051-022B-3A1D-1301919179E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106CA91-B25A-A5B6-1A0B-1D294506337F}"/>
              </a:ext>
            </a:extLst>
          </p:cNvPr>
          <p:cNvGrpSpPr/>
          <p:nvPr/>
        </p:nvGrpSpPr>
        <p:grpSpPr>
          <a:xfrm>
            <a:off x="11908043" y="-42095"/>
            <a:ext cx="6379957" cy="10287000"/>
            <a:chOff x="0" y="0"/>
            <a:chExt cx="1680318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7BE660B-4EC2-593F-A832-34D06ACFF612}"/>
                </a:ext>
              </a:extLst>
            </p:cNvPr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27AFFFD-A357-652E-370F-7EF95BAC824E}"/>
                </a:ext>
              </a:extLst>
            </p:cNvPr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ACE27B4-A472-7DE1-D947-7DDC93B983D3}"/>
              </a:ext>
            </a:extLst>
          </p:cNvPr>
          <p:cNvGrpSpPr/>
          <p:nvPr/>
        </p:nvGrpSpPr>
        <p:grpSpPr>
          <a:xfrm>
            <a:off x="10640583" y="1606753"/>
            <a:ext cx="1868266" cy="1868266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253EF60-FE9A-B2FC-7EAD-CE5AAF7982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A78D3EC-9D67-2764-4B72-88DBEB01C3E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2746B9A-0FAE-3348-759E-FD509097464E}"/>
              </a:ext>
            </a:extLst>
          </p:cNvPr>
          <p:cNvSpPr txBox="1"/>
          <p:nvPr/>
        </p:nvSpPr>
        <p:spPr>
          <a:xfrm>
            <a:off x="5247283" y="4783283"/>
            <a:ext cx="4908029" cy="34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 Bold"/>
                <a:sym typeface="Poppins Bold"/>
              </a:rPr>
              <a:t>Porter / SWOT analysis</a:t>
            </a: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F7FD689-E2BD-74BF-0281-4BE63D791C72}"/>
              </a:ext>
            </a:extLst>
          </p:cNvPr>
          <p:cNvSpPr txBox="1"/>
          <p:nvPr/>
        </p:nvSpPr>
        <p:spPr>
          <a:xfrm>
            <a:off x="5870397" y="7516460"/>
            <a:ext cx="4284915" cy="349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Competitive analysis 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74AFE7E-51BD-D5B7-34BA-E86CADBAA130}"/>
              </a:ext>
            </a:extLst>
          </p:cNvPr>
          <p:cNvGrpSpPr/>
          <p:nvPr/>
        </p:nvGrpSpPr>
        <p:grpSpPr>
          <a:xfrm>
            <a:off x="10640583" y="4210291"/>
            <a:ext cx="1868266" cy="1868266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557337-C463-D30E-F41B-3151917A8C3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D94A33A-984A-DB75-5F2A-E46A5CDDE04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0A033F6-0709-DFA0-5EFC-B7D8207D8094}"/>
              </a:ext>
            </a:extLst>
          </p:cNvPr>
          <p:cNvGrpSpPr/>
          <p:nvPr/>
        </p:nvGrpSpPr>
        <p:grpSpPr>
          <a:xfrm>
            <a:off x="10640583" y="6811982"/>
            <a:ext cx="1868266" cy="1868266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A894D19-E6A6-CD4C-4AB5-64F4552CC2D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53112E9-8EC6-4EF0-FCAB-2FD36001A97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0FCFD3C-4CBA-4D1F-4A0C-3A568AA110B1}"/>
              </a:ext>
            </a:extLst>
          </p:cNvPr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8564D0C-A5F5-F56E-573A-2F3626017327}"/>
                </a:ext>
              </a:extLst>
            </p:cNvPr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C602D20-E8F1-3458-7CA9-D3E365613D18}"/>
                </a:ext>
              </a:extLst>
            </p:cNvPr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0168E8C8-4B91-8B5A-7460-B26DA7ED4A66}"/>
              </a:ext>
            </a:extLst>
          </p:cNvPr>
          <p:cNvSpPr txBox="1"/>
          <p:nvPr/>
        </p:nvSpPr>
        <p:spPr>
          <a:xfrm>
            <a:off x="4343401" y="2216722"/>
            <a:ext cx="5877500" cy="349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 Primary Market Research 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EA32873-43E2-34C2-EB65-5ACCC95F24F9}"/>
              </a:ext>
            </a:extLst>
          </p:cNvPr>
          <p:cNvSpPr txBox="1"/>
          <p:nvPr/>
        </p:nvSpPr>
        <p:spPr>
          <a:xfrm>
            <a:off x="10755298" y="1901472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B234B51-B60A-C64A-4883-DA3B6ACAC14C}"/>
              </a:ext>
            </a:extLst>
          </p:cNvPr>
          <p:cNvSpPr txBox="1"/>
          <p:nvPr/>
        </p:nvSpPr>
        <p:spPr>
          <a:xfrm>
            <a:off x="10755298" y="4495485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DD5116F-9A0B-2244-4773-1FC8FAD05B62}"/>
              </a:ext>
            </a:extLst>
          </p:cNvPr>
          <p:cNvSpPr txBox="1"/>
          <p:nvPr/>
        </p:nvSpPr>
        <p:spPr>
          <a:xfrm>
            <a:off x="10755298" y="7097732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C3BFEA-56D1-2700-D269-25B4A19F0146}"/>
              </a:ext>
            </a:extLst>
          </p:cNvPr>
          <p:cNvSpPr txBox="1"/>
          <p:nvPr/>
        </p:nvSpPr>
        <p:spPr>
          <a:xfrm>
            <a:off x="10330462" y="1182619"/>
            <a:ext cx="9768840" cy="45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65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chivo Black"/>
                <a:ea typeface="Archivo Black"/>
                <a:cs typeface="Archivo Black"/>
                <a:sym typeface="Archivo Black"/>
              </a:rPr>
              <a:t>Evidence of the Problem </a:t>
            </a:r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C54E1B46-8610-97F4-E220-7F2241567048}"/>
              </a:ext>
            </a:extLst>
          </p:cNvPr>
          <p:cNvSpPr/>
          <p:nvPr/>
        </p:nvSpPr>
        <p:spPr>
          <a:xfrm>
            <a:off x="12928531" y="3352826"/>
            <a:ext cx="4322867" cy="3722046"/>
          </a:xfrm>
          <a:custGeom>
            <a:avLst/>
            <a:gdLst/>
            <a:ahLst/>
            <a:cxnLst/>
            <a:rect l="l" t="t" r="r" b="b"/>
            <a:pathLst>
              <a:path w="6243788" h="6228384">
                <a:moveTo>
                  <a:pt x="0" y="0"/>
                </a:moveTo>
                <a:lnTo>
                  <a:pt x="6243788" y="0"/>
                </a:lnTo>
                <a:lnTo>
                  <a:pt x="6243788" y="6228384"/>
                </a:lnTo>
                <a:lnTo>
                  <a:pt x="0" y="6228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48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9DB9-5E37-9DD8-B6C6-5AB00B73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A2DF2BDE-F085-6350-A336-6F58955EB177}"/>
              </a:ext>
            </a:extLst>
          </p:cNvPr>
          <p:cNvGrpSpPr/>
          <p:nvPr/>
        </p:nvGrpSpPr>
        <p:grpSpPr>
          <a:xfrm>
            <a:off x="10640583" y="1606753"/>
            <a:ext cx="1868266" cy="1868266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59211AE-9D3B-52F5-6AA0-1A4C978E5D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97B5FA3-E31A-17C4-AAE3-0109E751A50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C3153430-EE67-FD1E-ACFD-ED6FFD882054}"/>
              </a:ext>
            </a:extLst>
          </p:cNvPr>
          <p:cNvSpPr txBox="1"/>
          <p:nvPr/>
        </p:nvSpPr>
        <p:spPr>
          <a:xfrm>
            <a:off x="10755298" y="4495485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50B9E63-8A87-59F1-FDFD-FFCBDF1DABC5}"/>
              </a:ext>
            </a:extLst>
          </p:cNvPr>
          <p:cNvSpPr txBox="1"/>
          <p:nvPr/>
        </p:nvSpPr>
        <p:spPr>
          <a:xfrm>
            <a:off x="10755298" y="1901472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1315AB3-5D40-5D0F-4FB6-A5CA49D6F83B}"/>
              </a:ext>
            </a:extLst>
          </p:cNvPr>
          <p:cNvSpPr txBox="1"/>
          <p:nvPr/>
        </p:nvSpPr>
        <p:spPr>
          <a:xfrm>
            <a:off x="5312871" y="2216722"/>
            <a:ext cx="4908029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 Primary Market Research 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62FDDE8-C4F0-0B41-4E36-83E1D240EEB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3385EF8-EF77-BC1E-6A9B-645D81C9BD96}"/>
              </a:ext>
            </a:extLst>
          </p:cNvPr>
          <p:cNvGrpSpPr/>
          <p:nvPr/>
        </p:nvGrpSpPr>
        <p:grpSpPr>
          <a:xfrm>
            <a:off x="11908043" y="-42095"/>
            <a:ext cx="6379957" cy="10287000"/>
            <a:chOff x="0" y="0"/>
            <a:chExt cx="1680318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541B277-29D3-441B-E206-5B430F81BA70}"/>
                </a:ext>
              </a:extLst>
            </p:cNvPr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1E58E0F-5F88-11D7-CC91-B238FB835752}"/>
                </a:ext>
              </a:extLst>
            </p:cNvPr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91A98B8-EF00-D258-CC16-978ABFF4051D}"/>
              </a:ext>
            </a:extLst>
          </p:cNvPr>
          <p:cNvSpPr txBox="1"/>
          <p:nvPr/>
        </p:nvSpPr>
        <p:spPr>
          <a:xfrm>
            <a:off x="5422433" y="4995653"/>
            <a:ext cx="4908029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 Bold"/>
                <a:sym typeface="Poppins Bold"/>
              </a:rPr>
              <a:t>porter / SWOT analysis</a:t>
            </a:r>
            <a:r>
              <a:rPr lang="en-US" sz="24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BE640FB-4484-14A5-775D-2D59785F512A}"/>
              </a:ext>
            </a:extLst>
          </p:cNvPr>
          <p:cNvGrpSpPr/>
          <p:nvPr/>
        </p:nvGrpSpPr>
        <p:grpSpPr>
          <a:xfrm>
            <a:off x="762000" y="-419100"/>
            <a:ext cx="17373600" cy="11277600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97AA29E-965F-036B-F8D8-016466F7D35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8A4710D-3E17-DB1E-DF91-0FEEDFE1DF2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B187A41-0A71-2FAA-288B-33E952D490A8}"/>
              </a:ext>
            </a:extLst>
          </p:cNvPr>
          <p:cNvGrpSpPr/>
          <p:nvPr/>
        </p:nvGrpSpPr>
        <p:grpSpPr>
          <a:xfrm>
            <a:off x="10640583" y="4210291"/>
            <a:ext cx="1868266" cy="1868266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E4CCED6-88EA-C576-8ACC-D1EB8C4F579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AF03D01-4E04-EE4F-C84F-178E0753168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F3C12E9-3F42-7CDC-8BFB-D633760F9866}"/>
              </a:ext>
            </a:extLst>
          </p:cNvPr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7CA471C-CA2D-A0F2-E327-A25DF91BB91B}"/>
                </a:ext>
              </a:extLst>
            </p:cNvPr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32CC9A4-6015-3749-3140-10F8E690125B}"/>
                </a:ext>
              </a:extLst>
            </p:cNvPr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72777493-3800-4D00-D5E4-82CCE94BA198}"/>
              </a:ext>
            </a:extLst>
          </p:cNvPr>
          <p:cNvSpPr txBox="1"/>
          <p:nvPr/>
        </p:nvSpPr>
        <p:spPr>
          <a:xfrm>
            <a:off x="14569451" y="153035"/>
            <a:ext cx="3315295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Evidence of the Problem 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EB21843-810E-4FEC-9306-FA55A5FD68B1}"/>
              </a:ext>
            </a:extLst>
          </p:cNvPr>
          <p:cNvSpPr txBox="1"/>
          <p:nvPr/>
        </p:nvSpPr>
        <p:spPr>
          <a:xfrm>
            <a:off x="11980716" y="506473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357CC8E-D89E-6038-E631-4F55295EA39D}"/>
              </a:ext>
            </a:extLst>
          </p:cNvPr>
          <p:cNvSpPr txBox="1"/>
          <p:nvPr/>
        </p:nvSpPr>
        <p:spPr>
          <a:xfrm>
            <a:off x="6946955" y="310855"/>
            <a:ext cx="4414933" cy="349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compettitive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Poppins"/>
                <a:sym typeface="Poppins"/>
              </a:rPr>
              <a:t> analysis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021523E-675D-C67F-A77B-325A9828D7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8323" t="-27378" r="-9105" b="-24335"/>
          <a:stretch>
            <a:fillRect/>
          </a:stretch>
        </p:blipFill>
        <p:spPr>
          <a:xfrm>
            <a:off x="762000" y="-419100"/>
            <a:ext cx="17373600" cy="112776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39690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A264637-000A-66EE-8F97-9CE85C68D1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0" y="9226550"/>
            <a:ext cx="18288000" cy="1460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12801600" y="-140104"/>
            <a:ext cx="5246370" cy="524637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0" y="3175000"/>
                </a:moveTo>
                <a:cubicBezTo>
                  <a:pt x="0" y="4928870"/>
                  <a:pt x="1421130" y="6350000"/>
                  <a:pt x="3175000" y="6350000"/>
                </a:cubicBezTo>
                <a:lnTo>
                  <a:pt x="6350000" y="6350000"/>
                </a:lnTo>
                <a:lnTo>
                  <a:pt x="6350000" y="3175000"/>
                </a:lnTo>
                <a:cubicBezTo>
                  <a:pt x="6350000" y="1421130"/>
                  <a:pt x="4928870" y="0"/>
                  <a:pt x="3175000" y="0"/>
                </a:cubicBezTo>
                <a:cubicBezTo>
                  <a:pt x="1421130" y="0"/>
                  <a:pt x="0" y="1421130"/>
                  <a:pt x="0" y="3175000"/>
                </a:cubicBez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Freeform 10"/>
          <p:cNvSpPr/>
          <p:nvPr/>
        </p:nvSpPr>
        <p:spPr>
          <a:xfrm flipH="1">
            <a:off x="10287000" y="5246370"/>
            <a:ext cx="5246370" cy="524637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6350000" y="3175000"/>
                </a:moveTo>
                <a:cubicBezTo>
                  <a:pt x="6350000" y="1421130"/>
                  <a:pt x="4928870" y="0"/>
                  <a:pt x="3175000" y="0"/>
                </a:cubicBezTo>
                <a:lnTo>
                  <a:pt x="0" y="0"/>
                </a:lnTo>
                <a:lnTo>
                  <a:pt x="0" y="3175000"/>
                </a:lnTo>
                <a:cubicBezTo>
                  <a:pt x="0" y="4928870"/>
                  <a:pt x="1421130" y="6350000"/>
                  <a:pt x="3175000" y="6350000"/>
                </a:cubicBezTo>
                <a:cubicBezTo>
                  <a:pt x="4928870" y="6350000"/>
                  <a:pt x="6350000" y="4928870"/>
                  <a:pt x="6350000" y="3175000"/>
                </a:cubicBezTo>
                <a:close/>
              </a:path>
            </a:pathLst>
          </a:custGeom>
          <a:solidFill>
            <a:srgbClr val="004AAD"/>
          </a:solidFill>
          <a:ln>
            <a:solidFill>
              <a:srgbClr val="004AA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48114" y="563103"/>
            <a:ext cx="710048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6000" b="1" dirty="0">
                <a:solidFill>
                  <a:schemeClr val="tx2">
                    <a:lumMod val="50000"/>
                  </a:schemeClr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Roboto"/>
                <a:sym typeface="Roboto"/>
              </a:rPr>
              <a:t>Our Solution: </a:t>
            </a:r>
            <a:r>
              <a:rPr lang="en-US" sz="6000" b="1" dirty="0">
                <a:solidFill>
                  <a:srgbClr val="004AAD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Roboto"/>
                <a:sym typeface="Roboto"/>
              </a:rPr>
              <a:t>rAsif</a:t>
            </a:r>
            <a:endParaRPr lang="en-US" sz="6000" b="1" dirty="0">
              <a:solidFill>
                <a:srgbClr val="000000"/>
              </a:solidFill>
              <a:latin typeface="PMingLiU-ExtB" panose="02020500000000000000" pitchFamily="18" charset="-120"/>
              <a:ea typeface="PMingLiU-ExtB" panose="02020500000000000000" pitchFamily="18" charset="-120"/>
              <a:cs typeface="Roboto"/>
              <a:sym typeface="Roboto"/>
            </a:endParaRPr>
          </a:p>
        </p:txBody>
      </p:sp>
      <p:pic>
        <p:nvPicPr>
          <p:cNvPr id="25" name="Picture 24" descr="A logo for a smart transport hub&#10;&#10;AI-generated content may be incorrect.">
            <a:extLst>
              <a:ext uri="{FF2B5EF4-FFF2-40B4-BE49-F238E27FC236}">
                <a16:creationId xmlns:a16="http://schemas.microsoft.com/office/drawing/2014/main" id="{90235611-158A-8AF6-FC2C-2468E1063F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" t="4212" r="893" b="662"/>
          <a:stretch>
            <a:fillRect/>
          </a:stretch>
        </p:blipFill>
        <p:spPr>
          <a:xfrm>
            <a:off x="10599127" y="5598809"/>
            <a:ext cx="4622115" cy="4541491"/>
          </a:xfrm>
          <a:prstGeom prst="ellipse">
            <a:avLst/>
          </a:prstGeom>
        </p:spPr>
      </p:pic>
      <p:pic>
        <p:nvPicPr>
          <p:cNvPr id="27" name="Picture 26" descr="A group of people standing at a bus stop&#10;&#10;AI-generated content may be incorrect.">
            <a:extLst>
              <a:ext uri="{FF2B5EF4-FFF2-40B4-BE49-F238E27FC236}">
                <a16:creationId xmlns:a16="http://schemas.microsoft.com/office/drawing/2014/main" id="{C8023F0B-A660-A2BF-23DE-E2DF0AF6C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19"/>
          <a:stretch>
            <a:fillRect/>
          </a:stretch>
        </p:blipFill>
        <p:spPr>
          <a:xfrm>
            <a:off x="13113727" y="247263"/>
            <a:ext cx="4622115" cy="4541491"/>
          </a:xfrm>
          <a:prstGeom prst="ellipse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B801539-A190-33B9-1E74-73505957D7B0}"/>
              </a:ext>
            </a:extLst>
          </p:cNvPr>
          <p:cNvSpPr txBox="1"/>
          <p:nvPr/>
        </p:nvSpPr>
        <p:spPr>
          <a:xfrm>
            <a:off x="552158" y="1547366"/>
            <a:ext cx="1130808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A connected smart station system that improves public transport efficiency through real-time digital services.</a:t>
            </a:r>
          </a:p>
          <a:p>
            <a:pPr>
              <a:buNone/>
            </a:pPr>
            <a:endParaRPr lang="en-US" sz="2800" dirty="0">
              <a:solidFill>
                <a:srgbClr val="10253F"/>
              </a:solidFill>
              <a:latin typeface="DejaVu Serif" panose="02060603050605020204" pitchFamily="18" charset="0"/>
              <a:ea typeface="DejaVu Serif" panose="02060603050605020204" pitchFamily="18" charset="0"/>
            </a:endParaRPr>
          </a:p>
          <a:p>
            <a:pPr>
              <a:buNone/>
            </a:pPr>
            <a:r>
              <a:rPr lang="en-US" sz="2800" b="1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Real-time bus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AI-predicted arrival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LED/LCD smart station screens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Driver app with GPS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Delay + arrival notifications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Digital advertising space</a:t>
            </a:r>
          </a:p>
          <a:p>
            <a:endParaRPr lang="en-US" sz="2800" dirty="0">
              <a:solidFill>
                <a:srgbClr val="10253F"/>
              </a:solidFill>
              <a:latin typeface="DejaVu Serif" panose="02060603050605020204" pitchFamily="18" charset="0"/>
              <a:ea typeface="DejaVu Serif" panose="02060603050605020204" pitchFamily="18" charset="0"/>
            </a:endParaRPr>
          </a:p>
          <a:p>
            <a:r>
              <a:rPr lang="en-US" sz="2800" b="1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Value:</a:t>
            </a:r>
          </a:p>
          <a:p>
            <a:endParaRPr lang="en-US" sz="2800" b="1" dirty="0">
              <a:solidFill>
                <a:srgbClr val="10253F"/>
              </a:solidFill>
              <a:latin typeface="DejaVu Serif" panose="02060603050605020204" pitchFamily="18" charset="0"/>
              <a:ea typeface="DejaVu Serif" panose="02060603050605020204" pitchFamily="18" charset="0"/>
            </a:endParaRPr>
          </a:p>
          <a:p>
            <a:r>
              <a:rPr lang="en-US" sz="2800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       Reduces waiting time</a:t>
            </a:r>
          </a:p>
          <a:p>
            <a:r>
              <a:rPr lang="en-US" sz="2800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       Improves reliability</a:t>
            </a:r>
          </a:p>
          <a:p>
            <a:r>
              <a:rPr lang="en-US" sz="2800" dirty="0">
                <a:solidFill>
                  <a:srgbClr val="10253F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       Generates new revenue streams </a:t>
            </a:r>
          </a:p>
        </p:txBody>
      </p:sp>
      <p:pic>
        <p:nvPicPr>
          <p:cNvPr id="9" name="Graphic 8" descr="Hourglass 30% outline">
            <a:extLst>
              <a:ext uri="{FF2B5EF4-FFF2-40B4-BE49-F238E27FC236}">
                <a16:creationId xmlns:a16="http://schemas.microsoft.com/office/drawing/2014/main" id="{DD4681BA-48EE-7545-B5DE-BF6E7115E6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867" y="6986364"/>
            <a:ext cx="508508" cy="508508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4460FBD8-FF00-7DBB-9FC3-CF9DFF34A5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696" y="7623864"/>
            <a:ext cx="315095" cy="315095"/>
          </a:xfrm>
          <a:prstGeom prst="rect">
            <a:avLst/>
          </a:prstGeom>
        </p:spPr>
      </p:pic>
      <p:pic>
        <p:nvPicPr>
          <p:cNvPr id="15" name="Graphic 14" descr="Coins outline">
            <a:extLst>
              <a:ext uri="{FF2B5EF4-FFF2-40B4-BE49-F238E27FC236}">
                <a16:creationId xmlns:a16="http://schemas.microsoft.com/office/drawing/2014/main" id="{6714B910-E292-DAFF-3353-D290A721E0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7867" y="8053488"/>
            <a:ext cx="476689" cy="4766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2E9B4-21F8-0FD8-3F25-F18BC5B5248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537" y="3298039"/>
            <a:ext cx="2074239" cy="20742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20B88-E6F8-063C-9A05-22FEAB50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15479AF4-3B3C-C345-E0DA-CE044AB62B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3429000" y="-3238500"/>
            <a:ext cx="24345900" cy="1813560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6350000" y="3175000"/>
                </a:moveTo>
                <a:cubicBezTo>
                  <a:pt x="6350000" y="1421130"/>
                  <a:pt x="4928870" y="0"/>
                  <a:pt x="3175000" y="0"/>
                </a:cubicBezTo>
                <a:lnTo>
                  <a:pt x="0" y="0"/>
                </a:lnTo>
                <a:lnTo>
                  <a:pt x="0" y="3175000"/>
                </a:lnTo>
                <a:cubicBezTo>
                  <a:pt x="0" y="4928870"/>
                  <a:pt x="1421130" y="6350000"/>
                  <a:pt x="3175000" y="6350000"/>
                </a:cubicBezTo>
                <a:cubicBezTo>
                  <a:pt x="4928870" y="6350000"/>
                  <a:pt x="6350000" y="4928870"/>
                  <a:pt x="6350000" y="3175000"/>
                </a:cubicBezTo>
                <a:close/>
              </a:path>
            </a:pathLst>
          </a:custGeom>
          <a:solidFill>
            <a:srgbClr val="004AAD"/>
          </a:solidFill>
          <a:ln>
            <a:solidFill>
              <a:srgbClr val="004AAD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EE3CAA1-59B7-8476-2606-12273D439C4E}"/>
              </a:ext>
            </a:extLst>
          </p:cNvPr>
          <p:cNvGrpSpPr/>
          <p:nvPr/>
        </p:nvGrpSpPr>
        <p:grpSpPr>
          <a:xfrm>
            <a:off x="0" y="9226550"/>
            <a:ext cx="18288000" cy="146050"/>
            <a:chOff x="0" y="0"/>
            <a:chExt cx="662281" cy="68570"/>
          </a:xfrm>
          <a:solidFill>
            <a:schemeClr val="bg2"/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C591934-8093-6179-1770-9FE3940BDE11}"/>
                </a:ext>
              </a:extLst>
            </p:cNvPr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4DE003A-026C-B250-1160-8EB45B9B3323}"/>
                </a:ext>
              </a:extLst>
            </p:cNvPr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5" name="Picture 24" descr="A logo for a smart transport hub&#10;&#10;AI-generated content may be incorrect.">
            <a:extLst>
              <a:ext uri="{FF2B5EF4-FFF2-40B4-BE49-F238E27FC236}">
                <a16:creationId xmlns:a16="http://schemas.microsoft.com/office/drawing/2014/main" id="{D83F5086-3329-6133-6EA6-61A481E4CB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" t="4212" r="893" b="662"/>
          <a:stretch>
            <a:fillRect/>
          </a:stretch>
        </p:blipFill>
        <p:spPr>
          <a:xfrm>
            <a:off x="-457200" y="-190500"/>
            <a:ext cx="2514600" cy="2470738"/>
          </a:xfrm>
          <a:prstGeom prst="ellipse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1E084B-3F97-FDA5-5559-298BF5A92916}"/>
              </a:ext>
            </a:extLst>
          </p:cNvPr>
          <p:cNvSpPr txBox="1"/>
          <p:nvPr/>
        </p:nvSpPr>
        <p:spPr>
          <a:xfrm>
            <a:off x="3595144" y="273903"/>
            <a:ext cx="37930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2"/>
                </a:solidFill>
                <a:latin typeface="PMingLiU-ExtB" panose="02020500000000000000" pitchFamily="18" charset="-120"/>
                <a:ea typeface="PMingLiU-ExtB" panose="02020500000000000000" pitchFamily="18" charset="-120"/>
              </a:rPr>
              <a:t>How It Works?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145D5-7AC9-D5A0-059A-352EE53105DC}"/>
              </a:ext>
            </a:extLst>
          </p:cNvPr>
          <p:cNvSpPr txBox="1"/>
          <p:nvPr/>
        </p:nvSpPr>
        <p:spPr>
          <a:xfrm>
            <a:off x="3534932" y="1368562"/>
            <a:ext cx="1121813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Three-Part Flow</a:t>
            </a:r>
          </a:p>
          <a:p>
            <a:r>
              <a:rPr lang="en-US" sz="28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1)Driver app sends GPS location</a:t>
            </a:r>
          </a:p>
          <a:p>
            <a:r>
              <a:rPr lang="en-US" sz="28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2)AI predicts arrival time using distance, traffic, and history</a:t>
            </a:r>
          </a:p>
          <a:p>
            <a:r>
              <a:rPr lang="en-US" sz="28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3)Smart station displays accurate arrival time to passengers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F8700B5-70EC-D604-5190-691EAC33865C}"/>
              </a:ext>
            </a:extLst>
          </p:cNvPr>
          <p:cNvGrpSpPr/>
          <p:nvPr/>
        </p:nvGrpSpPr>
        <p:grpSpPr>
          <a:xfrm>
            <a:off x="3564664" y="3384550"/>
            <a:ext cx="11218136" cy="5340350"/>
            <a:chOff x="3564664" y="3384550"/>
            <a:chExt cx="11218136" cy="534035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CBED6F3-4CBC-60AA-05AB-B9C6DFF3462D}"/>
                </a:ext>
              </a:extLst>
            </p:cNvPr>
            <p:cNvGrpSpPr/>
            <p:nvPr/>
          </p:nvGrpSpPr>
          <p:grpSpPr>
            <a:xfrm>
              <a:off x="3564664" y="3384550"/>
              <a:ext cx="11218136" cy="5340350"/>
              <a:chOff x="3564664" y="3384550"/>
              <a:chExt cx="11218136" cy="5340350"/>
            </a:xfrm>
          </p:grpSpPr>
          <p:pic>
            <p:nvPicPr>
              <p:cNvPr id="9" name="Picture 8" descr="Blue and white diagram of a smart transport hub&#10;&#10;AI-generated content may be incorrect.">
                <a:extLst>
                  <a:ext uri="{FF2B5EF4-FFF2-40B4-BE49-F238E27FC236}">
                    <a16:creationId xmlns:a16="http://schemas.microsoft.com/office/drawing/2014/main" id="{96D91B61-1B5A-96D7-AE2E-87426DB44B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64664" y="3384550"/>
                <a:ext cx="11218136" cy="5340350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98DC154-1528-4D6A-F8E1-3B92E7DA6533}"/>
                  </a:ext>
                </a:extLst>
              </p:cNvPr>
              <p:cNvSpPr/>
              <p:nvPr/>
            </p:nvSpPr>
            <p:spPr>
              <a:xfrm>
                <a:off x="3962400" y="4838700"/>
                <a:ext cx="2667000" cy="3276600"/>
              </a:xfrm>
              <a:prstGeom prst="rect">
                <a:avLst/>
              </a:prstGeom>
              <a:solidFill>
                <a:srgbClr val="E6F5FF"/>
              </a:solidFill>
              <a:ln>
                <a:solidFill>
                  <a:srgbClr val="E6F5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28275A-5613-96FD-9DDA-032B9751D6EB}"/>
                  </a:ext>
                </a:extLst>
              </p:cNvPr>
              <p:cNvSpPr/>
              <p:nvPr/>
            </p:nvSpPr>
            <p:spPr>
              <a:xfrm>
                <a:off x="11658600" y="4838700"/>
                <a:ext cx="2667000" cy="3276600"/>
              </a:xfrm>
              <a:prstGeom prst="rect">
                <a:avLst/>
              </a:prstGeom>
              <a:solidFill>
                <a:srgbClr val="E6F5FF"/>
              </a:solidFill>
              <a:ln>
                <a:solidFill>
                  <a:srgbClr val="E6F5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7" name="Picture 16" descr="Blue and white diagram of a smart transport hub&#10;&#10;AI-generated content may be incorrect.">
              <a:extLst>
                <a:ext uri="{FF2B5EF4-FFF2-40B4-BE49-F238E27FC236}">
                  <a16:creationId xmlns:a16="http://schemas.microsoft.com/office/drawing/2014/main" id="{F550870E-01C8-6383-4ACD-10CDCEFD6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6" t="27229" r="72680" b="11415"/>
            <a:stretch>
              <a:fillRect/>
            </a:stretch>
          </p:blipFill>
          <p:spPr>
            <a:xfrm>
              <a:off x="11658600" y="4708525"/>
              <a:ext cx="2667000" cy="3276600"/>
            </a:xfrm>
            <a:prstGeom prst="rect">
              <a:avLst/>
            </a:prstGeom>
          </p:spPr>
        </p:pic>
        <p:pic>
          <p:nvPicPr>
            <p:cNvPr id="19" name="Picture 18" descr="Blue and white diagram of a smart transport hub&#10;&#10;AI-generated content may be incorrect.">
              <a:extLst>
                <a:ext uri="{FF2B5EF4-FFF2-40B4-BE49-F238E27FC236}">
                  <a16:creationId xmlns:a16="http://schemas.microsoft.com/office/drawing/2014/main" id="{8593BA70-9775-3CEA-E643-8C4B4E982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150" t="24375" r="8151" b="9988"/>
            <a:stretch>
              <a:fillRect/>
            </a:stretch>
          </p:blipFill>
          <p:spPr>
            <a:xfrm>
              <a:off x="4328160" y="4587240"/>
              <a:ext cx="2209800" cy="3505200"/>
            </a:xfrm>
            <a:prstGeom prst="rect">
              <a:avLst/>
            </a:prstGeom>
          </p:spPr>
        </p:pic>
      </p:grpSp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D024F526-F964-30AD-7781-9C036CE2C87E}"/>
              </a:ext>
            </a:extLst>
          </p:cNvPr>
          <p:cNvSpPr/>
          <p:nvPr/>
        </p:nvSpPr>
        <p:spPr>
          <a:xfrm flipV="1">
            <a:off x="1934732" y="4409994"/>
            <a:ext cx="1600200" cy="3070860"/>
          </a:xfrm>
          <a:prstGeom prst="curvedRightArrow">
            <a:avLst/>
          </a:prstGeom>
          <a:solidFill>
            <a:srgbClr val="E6F5FF"/>
          </a:solidFill>
          <a:ln>
            <a:solidFill>
              <a:srgbClr val="E6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AE5EDB-3134-95DC-7F3E-95BD7A4FFDEC}"/>
              </a:ext>
            </a:extLst>
          </p:cNvPr>
          <p:cNvSpPr txBox="1"/>
          <p:nvPr/>
        </p:nvSpPr>
        <p:spPr>
          <a:xfrm>
            <a:off x="914026" y="3638712"/>
            <a:ext cx="2011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Continuous updates every few seconds</a:t>
            </a:r>
          </a:p>
        </p:txBody>
      </p:sp>
    </p:spTree>
    <p:extLst>
      <p:ext uri="{BB962C8B-B14F-4D97-AF65-F5344CB8AC3E}">
        <p14:creationId xmlns:p14="http://schemas.microsoft.com/office/powerpoint/2010/main" val="1750540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06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5488893" y="681139"/>
            <a:ext cx="7310214" cy="685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6600" b="1" dirty="0">
                <a:solidFill>
                  <a:schemeClr val="tx2">
                    <a:lumMod val="50000"/>
                  </a:schemeClr>
                </a:solidFill>
                <a:latin typeface="Franklin Gothic Medium" panose="020B0603020102020204" pitchFamily="34" charset="0"/>
                <a:ea typeface="Roboto"/>
                <a:cs typeface="Roboto"/>
                <a:sym typeface="Roboto"/>
              </a:rPr>
              <a:t>Our Business Model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C3A2ABA-9126-B763-025E-D07F40ECD9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76" t="2435" r="4799" b="11907"/>
          <a:stretch>
            <a:fillRect/>
          </a:stretch>
        </p:blipFill>
        <p:spPr>
          <a:xfrm>
            <a:off x="1981200" y="1562100"/>
            <a:ext cx="14325600" cy="777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D76C3-3601-400F-9017-BF8B088CD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C0B072-2D69-7300-0E2A-801E687ABD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99DD6634-A9F1-15F7-1A1D-88EB0825B2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1891738"/>
              </p:ext>
            </p:extLst>
          </p:nvPr>
        </p:nvGraphicFramePr>
        <p:xfrm>
          <a:off x="11695526" y="266700"/>
          <a:ext cx="11774074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B0365FB9-1F3F-7300-200C-22154255E4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9434616"/>
              </p:ext>
            </p:extLst>
          </p:nvPr>
        </p:nvGraphicFramePr>
        <p:xfrm>
          <a:off x="17199862" y="5031585"/>
          <a:ext cx="5202938" cy="1341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7FE1F8C-CE2E-3314-6B83-4736BD31F1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788837"/>
              </p:ext>
            </p:extLst>
          </p:nvPr>
        </p:nvGraphicFramePr>
        <p:xfrm>
          <a:off x="-4953000" y="3724079"/>
          <a:ext cx="8510016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74354D54-E853-8013-8BEC-F02770DDD85C}"/>
              </a:ext>
            </a:extLst>
          </p:cNvPr>
          <p:cNvGrpSpPr/>
          <p:nvPr/>
        </p:nvGrpSpPr>
        <p:grpSpPr>
          <a:xfrm>
            <a:off x="160277" y="6923607"/>
            <a:ext cx="2723417" cy="2886822"/>
            <a:chOff x="160277" y="6923607"/>
            <a:chExt cx="2723417" cy="2886822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388AA5F7-8717-0041-5001-1D05DD692EA0}"/>
                </a:ext>
              </a:extLst>
            </p:cNvPr>
            <p:cNvSpPr/>
            <p:nvPr/>
          </p:nvSpPr>
          <p:spPr>
            <a:xfrm>
              <a:off x="160277" y="6923607"/>
              <a:ext cx="2515826" cy="1878011"/>
            </a:xfrm>
            <a:prstGeom prst="round2SameRect">
              <a:avLst>
                <a:gd name="adj1" fmla="val 8000"/>
                <a:gd name="adj2" fmla="val 0"/>
              </a:avLst>
            </a:prstGeom>
            <a:blipFill rotWithShape="0">
              <a:blip r:embed="rId18"/>
              <a:srcRect/>
              <a:stretch>
                <a:fillRect/>
              </a:stretch>
            </a:blip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FA58FDA-3FB1-705F-F069-7F6F530D46C0}"/>
                </a:ext>
              </a:extLst>
            </p:cNvPr>
            <p:cNvSpPr/>
            <p:nvPr/>
          </p:nvSpPr>
          <p:spPr>
            <a:xfrm>
              <a:off x="160277" y="8801618"/>
              <a:ext cx="2515826" cy="807544"/>
            </a:xfrm>
            <a:custGeom>
              <a:avLst/>
              <a:gdLst>
                <a:gd name="connsiteX0" fmla="*/ 0 w 2515826"/>
                <a:gd name="connsiteY0" fmla="*/ 0 h 807544"/>
                <a:gd name="connsiteX1" fmla="*/ 2515826 w 2515826"/>
                <a:gd name="connsiteY1" fmla="*/ 0 h 807544"/>
                <a:gd name="connsiteX2" fmla="*/ 2515826 w 2515826"/>
                <a:gd name="connsiteY2" fmla="*/ 807544 h 807544"/>
                <a:gd name="connsiteX3" fmla="*/ 0 w 2515826"/>
                <a:gd name="connsiteY3" fmla="*/ 807544 h 807544"/>
                <a:gd name="connsiteX4" fmla="*/ 0 w 2515826"/>
                <a:gd name="connsiteY4" fmla="*/ 0 h 80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5826" h="807544">
                  <a:moveTo>
                    <a:pt x="0" y="0"/>
                  </a:moveTo>
                  <a:lnTo>
                    <a:pt x="2515826" y="0"/>
                  </a:lnTo>
                  <a:lnTo>
                    <a:pt x="2515826" y="807544"/>
                  </a:lnTo>
                  <a:lnTo>
                    <a:pt x="0" y="8075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0" tIns="0" rIns="769518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kern="1200" dirty="0"/>
                <a:t>Universities &amp; Colleges</a:t>
              </a:r>
              <a:r>
                <a:rPr lang="en-US" sz="2000" b="0" i="0" kern="1200" dirty="0"/>
                <a:t> </a:t>
              </a:r>
              <a:endParaRPr lang="en-US" sz="2000" kern="1200" dirty="0"/>
            </a:p>
          </p:txBody>
        </p:sp>
        <p:sp>
          <p:nvSpPr>
            <p:cNvPr id="7" name="Oval 6" descr="Schoolhouse with solid fill">
              <a:extLst>
                <a:ext uri="{FF2B5EF4-FFF2-40B4-BE49-F238E27FC236}">
                  <a16:creationId xmlns:a16="http://schemas.microsoft.com/office/drawing/2014/main" id="{A1A9CC19-3411-E202-5F3B-D1E9DBB077FC}"/>
                </a:ext>
              </a:extLst>
            </p:cNvPr>
            <p:cNvSpPr/>
            <p:nvPr/>
          </p:nvSpPr>
          <p:spPr>
            <a:xfrm>
              <a:off x="2003155" y="8929890"/>
              <a:ext cx="880539" cy="880539"/>
            </a:xfrm>
            <a:prstGeom prst="ellipse">
              <a:avLst/>
            </a:pr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1FD6713-09A9-0E27-3BF9-3A8D8B49269F}"/>
              </a:ext>
            </a:extLst>
          </p:cNvPr>
          <p:cNvGrpSpPr/>
          <p:nvPr/>
        </p:nvGrpSpPr>
        <p:grpSpPr>
          <a:xfrm>
            <a:off x="3101842" y="6923607"/>
            <a:ext cx="2723416" cy="2886822"/>
            <a:chOff x="3101842" y="6923607"/>
            <a:chExt cx="2723416" cy="2886822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B4BB321F-5FD3-4BD2-4B7C-1357A48B1FA6}"/>
                </a:ext>
              </a:extLst>
            </p:cNvPr>
            <p:cNvSpPr/>
            <p:nvPr/>
          </p:nvSpPr>
          <p:spPr>
            <a:xfrm>
              <a:off x="3101842" y="6923607"/>
              <a:ext cx="2515826" cy="1878011"/>
            </a:xfrm>
            <a:prstGeom prst="round2SameRect">
              <a:avLst>
                <a:gd name="adj1" fmla="val 8000"/>
                <a:gd name="adj2" fmla="val 0"/>
              </a:avLst>
            </a:prstGeom>
            <a:blipFill rotWithShape="0">
              <a:blip r:embed="rId21"/>
              <a:srcRect/>
              <a:stretch>
                <a:fillRect l="-6000" r="-6000"/>
              </a:stretch>
            </a:blip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0360971-6FF7-D51A-4E18-40ECD8923931}"/>
                </a:ext>
              </a:extLst>
            </p:cNvPr>
            <p:cNvSpPr/>
            <p:nvPr/>
          </p:nvSpPr>
          <p:spPr>
            <a:xfrm>
              <a:off x="3101842" y="8801618"/>
              <a:ext cx="2515826" cy="807544"/>
            </a:xfrm>
            <a:custGeom>
              <a:avLst/>
              <a:gdLst>
                <a:gd name="connsiteX0" fmla="*/ 0 w 2515826"/>
                <a:gd name="connsiteY0" fmla="*/ 0 h 807544"/>
                <a:gd name="connsiteX1" fmla="*/ 2515826 w 2515826"/>
                <a:gd name="connsiteY1" fmla="*/ 0 h 807544"/>
                <a:gd name="connsiteX2" fmla="*/ 2515826 w 2515826"/>
                <a:gd name="connsiteY2" fmla="*/ 807544 h 807544"/>
                <a:gd name="connsiteX3" fmla="*/ 0 w 2515826"/>
                <a:gd name="connsiteY3" fmla="*/ 807544 h 807544"/>
                <a:gd name="connsiteX4" fmla="*/ 0 w 2515826"/>
                <a:gd name="connsiteY4" fmla="*/ 0 h 80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5826" h="807544">
                  <a:moveTo>
                    <a:pt x="0" y="0"/>
                  </a:moveTo>
                  <a:lnTo>
                    <a:pt x="2515826" y="0"/>
                  </a:lnTo>
                  <a:lnTo>
                    <a:pt x="2515826" y="807544"/>
                  </a:lnTo>
                  <a:lnTo>
                    <a:pt x="0" y="8075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0" tIns="0" rIns="769518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kern="1200" dirty="0"/>
                <a:t> Transport Companies</a:t>
              </a:r>
              <a:r>
                <a:rPr lang="en-US" sz="2000" b="0" i="0" kern="1200" dirty="0"/>
                <a:t> </a:t>
              </a:r>
              <a:endParaRPr lang="en-US" sz="2000" kern="1200" dirty="0"/>
            </a:p>
          </p:txBody>
        </p:sp>
        <p:sp>
          <p:nvSpPr>
            <p:cNvPr id="10" name="Oval 9" descr="Bus with solid fill">
              <a:extLst>
                <a:ext uri="{FF2B5EF4-FFF2-40B4-BE49-F238E27FC236}">
                  <a16:creationId xmlns:a16="http://schemas.microsoft.com/office/drawing/2014/main" id="{29F4F380-53BF-EE88-3B77-173112DE5A1B}"/>
                </a:ext>
              </a:extLst>
            </p:cNvPr>
            <p:cNvSpPr/>
            <p:nvPr/>
          </p:nvSpPr>
          <p:spPr>
            <a:xfrm>
              <a:off x="4944719" y="8929890"/>
              <a:ext cx="880539" cy="880539"/>
            </a:xfrm>
            <a:prstGeom prst="ellipse">
              <a:avLst/>
            </a:pr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5FF42FC-252E-9E01-05A6-71034FF209D3}"/>
              </a:ext>
            </a:extLst>
          </p:cNvPr>
          <p:cNvGrpSpPr/>
          <p:nvPr/>
        </p:nvGrpSpPr>
        <p:grpSpPr>
          <a:xfrm>
            <a:off x="6043407" y="6923607"/>
            <a:ext cx="2723416" cy="2886822"/>
            <a:chOff x="6043407" y="6923607"/>
            <a:chExt cx="2723416" cy="2886822"/>
          </a:xfrm>
        </p:grpSpPr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639C4D01-1242-EB80-D9BC-F8A443D8539F}"/>
                </a:ext>
              </a:extLst>
            </p:cNvPr>
            <p:cNvSpPr/>
            <p:nvPr/>
          </p:nvSpPr>
          <p:spPr>
            <a:xfrm>
              <a:off x="6043407" y="6923607"/>
              <a:ext cx="2515826" cy="1878011"/>
            </a:xfrm>
            <a:prstGeom prst="round2SameRect">
              <a:avLst>
                <a:gd name="adj1" fmla="val 8000"/>
                <a:gd name="adj2" fmla="val 0"/>
              </a:avLst>
            </a:prstGeom>
            <a:blipFill rotWithShape="0">
              <a:blip r:embed="rId24"/>
              <a:srcRect/>
              <a:stretch>
                <a:fillRect/>
              </a:stretch>
            </a:blip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60BFEB-AFCB-7DA8-1B99-084E18F12ABD}"/>
                </a:ext>
              </a:extLst>
            </p:cNvPr>
            <p:cNvSpPr/>
            <p:nvPr/>
          </p:nvSpPr>
          <p:spPr>
            <a:xfrm>
              <a:off x="6043407" y="8801618"/>
              <a:ext cx="2515826" cy="807544"/>
            </a:xfrm>
            <a:custGeom>
              <a:avLst/>
              <a:gdLst>
                <a:gd name="connsiteX0" fmla="*/ 0 w 2515826"/>
                <a:gd name="connsiteY0" fmla="*/ 0 h 807544"/>
                <a:gd name="connsiteX1" fmla="*/ 2515826 w 2515826"/>
                <a:gd name="connsiteY1" fmla="*/ 0 h 807544"/>
                <a:gd name="connsiteX2" fmla="*/ 2515826 w 2515826"/>
                <a:gd name="connsiteY2" fmla="*/ 807544 h 807544"/>
                <a:gd name="connsiteX3" fmla="*/ 0 w 2515826"/>
                <a:gd name="connsiteY3" fmla="*/ 807544 h 807544"/>
                <a:gd name="connsiteX4" fmla="*/ 0 w 2515826"/>
                <a:gd name="connsiteY4" fmla="*/ 0 h 80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5826" h="807544">
                  <a:moveTo>
                    <a:pt x="0" y="0"/>
                  </a:moveTo>
                  <a:lnTo>
                    <a:pt x="2515826" y="0"/>
                  </a:lnTo>
                  <a:lnTo>
                    <a:pt x="2515826" y="807544"/>
                  </a:lnTo>
                  <a:lnTo>
                    <a:pt x="0" y="8075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0" tIns="0" rIns="769518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kern="1200" dirty="0"/>
                <a:t>Local Municipalities</a:t>
              </a:r>
              <a:endParaRPr lang="en-US" sz="2000" kern="1200" dirty="0"/>
            </a:p>
          </p:txBody>
        </p:sp>
        <p:sp>
          <p:nvSpPr>
            <p:cNvPr id="13" name="Oval 12" descr="Greek Temple with solid fill">
              <a:extLst>
                <a:ext uri="{FF2B5EF4-FFF2-40B4-BE49-F238E27FC236}">
                  <a16:creationId xmlns:a16="http://schemas.microsoft.com/office/drawing/2014/main" id="{6B5B69FD-1E49-397E-DE56-633E3E3BDED7}"/>
                </a:ext>
              </a:extLst>
            </p:cNvPr>
            <p:cNvSpPr/>
            <p:nvPr/>
          </p:nvSpPr>
          <p:spPr>
            <a:xfrm>
              <a:off x="7886284" y="8929890"/>
              <a:ext cx="880539" cy="880539"/>
            </a:xfrm>
            <a:prstGeom prst="ellipse">
              <a:avLst/>
            </a:pr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3B7319A-22C3-39FD-08E5-4F0B505277E5}"/>
              </a:ext>
            </a:extLst>
          </p:cNvPr>
          <p:cNvGrpSpPr/>
          <p:nvPr/>
        </p:nvGrpSpPr>
        <p:grpSpPr>
          <a:xfrm>
            <a:off x="8984971" y="6923607"/>
            <a:ext cx="2723417" cy="2886822"/>
            <a:chOff x="8984971" y="6923607"/>
            <a:chExt cx="2723417" cy="2886822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EF982D92-71BE-DFFD-C830-7E2D61293514}"/>
                </a:ext>
              </a:extLst>
            </p:cNvPr>
            <p:cNvSpPr/>
            <p:nvPr/>
          </p:nvSpPr>
          <p:spPr>
            <a:xfrm>
              <a:off x="8984971" y="6923607"/>
              <a:ext cx="2515826" cy="1878011"/>
            </a:xfrm>
            <a:prstGeom prst="round2SameRect">
              <a:avLst>
                <a:gd name="adj1" fmla="val 8000"/>
                <a:gd name="adj2" fmla="val 0"/>
              </a:avLst>
            </a:prstGeom>
            <a:blipFill rotWithShape="0">
              <a:blip r:embed="rId27"/>
              <a:srcRect/>
              <a:stretch>
                <a:fillRect l="-6000" r="-6000"/>
              </a:stretch>
            </a:blip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316A09F-E570-71BF-63E8-44F152449D6A}"/>
                </a:ext>
              </a:extLst>
            </p:cNvPr>
            <p:cNvGrpSpPr/>
            <p:nvPr/>
          </p:nvGrpSpPr>
          <p:grpSpPr>
            <a:xfrm>
              <a:off x="8984971" y="8801618"/>
              <a:ext cx="2723417" cy="1008811"/>
              <a:chOff x="8984971" y="8801618"/>
              <a:chExt cx="2723417" cy="1008811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44126C4-50C3-A62A-AE8C-8E4038CF33BE}"/>
                  </a:ext>
                </a:extLst>
              </p:cNvPr>
              <p:cNvSpPr/>
              <p:nvPr/>
            </p:nvSpPr>
            <p:spPr>
              <a:xfrm>
                <a:off x="8984971" y="8801618"/>
                <a:ext cx="2515826" cy="807544"/>
              </a:xfrm>
              <a:custGeom>
                <a:avLst/>
                <a:gdLst>
                  <a:gd name="connsiteX0" fmla="*/ 0 w 2515826"/>
                  <a:gd name="connsiteY0" fmla="*/ 0 h 807544"/>
                  <a:gd name="connsiteX1" fmla="*/ 2515826 w 2515826"/>
                  <a:gd name="connsiteY1" fmla="*/ 0 h 807544"/>
                  <a:gd name="connsiteX2" fmla="*/ 2515826 w 2515826"/>
                  <a:gd name="connsiteY2" fmla="*/ 807544 h 807544"/>
                  <a:gd name="connsiteX3" fmla="*/ 0 w 2515826"/>
                  <a:gd name="connsiteY3" fmla="*/ 807544 h 807544"/>
                  <a:gd name="connsiteX4" fmla="*/ 0 w 2515826"/>
                  <a:gd name="connsiteY4" fmla="*/ 0 h 80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15826" h="807544">
                    <a:moveTo>
                      <a:pt x="0" y="0"/>
                    </a:moveTo>
                    <a:lnTo>
                      <a:pt x="2515826" y="0"/>
                    </a:lnTo>
                    <a:lnTo>
                      <a:pt x="2515826" y="807544"/>
                    </a:lnTo>
                    <a:lnTo>
                      <a:pt x="0" y="807544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200" tIns="0" rIns="769518" bIns="0" numCol="1" spcCol="1270" anchor="ctr" anchorCtr="0">
                <a:noAutofit/>
              </a:bodyPr>
              <a:lstStyle/>
              <a:p>
                <a:pPr marL="0" lvl="0" indent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b="1" i="0" kern="1200" dirty="0"/>
                  <a:t> Technology Suppliers</a:t>
                </a:r>
                <a:r>
                  <a:rPr lang="en-US" sz="2000" b="0" i="0" kern="1200" dirty="0"/>
                  <a:t> </a:t>
                </a:r>
                <a:endParaRPr lang="en-US" sz="2000" kern="1200" dirty="0"/>
              </a:p>
            </p:txBody>
          </p:sp>
          <p:sp>
            <p:nvSpPr>
              <p:cNvPr id="17" name="Oval 16" descr="Plug with solid fill">
                <a:extLst>
                  <a:ext uri="{FF2B5EF4-FFF2-40B4-BE49-F238E27FC236}">
                    <a16:creationId xmlns:a16="http://schemas.microsoft.com/office/drawing/2014/main" id="{1FA99256-66EE-FDCE-8374-60780D34E638}"/>
                  </a:ext>
                </a:extLst>
              </p:cNvPr>
              <p:cNvSpPr/>
              <p:nvPr/>
            </p:nvSpPr>
            <p:spPr>
              <a:xfrm>
                <a:off x="10827849" y="8929890"/>
                <a:ext cx="880539" cy="880539"/>
              </a:xfrm>
              <a:prstGeom prst="ellipse">
                <a:avLst/>
              </a:prstGeom>
              <a:blipFill>
                <a:blip r:embed="rId28"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F5C388B-0117-1522-5DEE-5048CAA2E603}"/>
              </a:ext>
            </a:extLst>
          </p:cNvPr>
          <p:cNvGrpSpPr/>
          <p:nvPr/>
        </p:nvGrpSpPr>
        <p:grpSpPr>
          <a:xfrm>
            <a:off x="11926536" y="6923607"/>
            <a:ext cx="2723417" cy="2886822"/>
            <a:chOff x="11926536" y="6923607"/>
            <a:chExt cx="2723417" cy="2886822"/>
          </a:xfrm>
        </p:grpSpPr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A57FDD62-D10D-6D35-3260-98E23A0729A1}"/>
                </a:ext>
              </a:extLst>
            </p:cNvPr>
            <p:cNvSpPr/>
            <p:nvPr/>
          </p:nvSpPr>
          <p:spPr>
            <a:xfrm>
              <a:off x="11926536" y="6923607"/>
              <a:ext cx="2515826" cy="1878011"/>
            </a:xfrm>
            <a:prstGeom prst="round2SameRect">
              <a:avLst>
                <a:gd name="adj1" fmla="val 8000"/>
                <a:gd name="adj2" fmla="val 0"/>
              </a:avLst>
            </a:prstGeom>
            <a:blipFill rotWithShape="0">
              <a:blip r:embed="rId30"/>
              <a:srcRect/>
              <a:stretch>
                <a:fillRect l="-16000" r="-16000"/>
              </a:stretch>
            </a:blip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0EF5A19-B914-6319-F810-58C7A5033274}"/>
                </a:ext>
              </a:extLst>
            </p:cNvPr>
            <p:cNvSpPr/>
            <p:nvPr/>
          </p:nvSpPr>
          <p:spPr>
            <a:xfrm>
              <a:off x="11926536" y="8801618"/>
              <a:ext cx="2515826" cy="807544"/>
            </a:xfrm>
            <a:custGeom>
              <a:avLst/>
              <a:gdLst>
                <a:gd name="connsiteX0" fmla="*/ 0 w 2515826"/>
                <a:gd name="connsiteY0" fmla="*/ 0 h 807544"/>
                <a:gd name="connsiteX1" fmla="*/ 2515826 w 2515826"/>
                <a:gd name="connsiteY1" fmla="*/ 0 h 807544"/>
                <a:gd name="connsiteX2" fmla="*/ 2515826 w 2515826"/>
                <a:gd name="connsiteY2" fmla="*/ 807544 h 807544"/>
                <a:gd name="connsiteX3" fmla="*/ 0 w 2515826"/>
                <a:gd name="connsiteY3" fmla="*/ 807544 h 807544"/>
                <a:gd name="connsiteX4" fmla="*/ 0 w 2515826"/>
                <a:gd name="connsiteY4" fmla="*/ 0 h 80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5826" h="807544">
                  <a:moveTo>
                    <a:pt x="0" y="0"/>
                  </a:moveTo>
                  <a:lnTo>
                    <a:pt x="2515826" y="0"/>
                  </a:lnTo>
                  <a:lnTo>
                    <a:pt x="2515826" y="807544"/>
                  </a:lnTo>
                  <a:lnTo>
                    <a:pt x="0" y="8075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0" tIns="0" rIns="769518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kern="1200" dirty="0"/>
                <a:t>Advertising Partners</a:t>
              </a:r>
              <a:r>
                <a:rPr lang="en-US" sz="2000" b="0" i="0" kern="1200" dirty="0"/>
                <a:t> </a:t>
              </a:r>
              <a:endParaRPr lang="en-US" sz="2000" kern="1200" dirty="0"/>
            </a:p>
          </p:txBody>
        </p:sp>
        <p:sp>
          <p:nvSpPr>
            <p:cNvPr id="20" name="Oval 19" descr="Advertising with solid fill">
              <a:extLst>
                <a:ext uri="{FF2B5EF4-FFF2-40B4-BE49-F238E27FC236}">
                  <a16:creationId xmlns:a16="http://schemas.microsoft.com/office/drawing/2014/main" id="{0554691F-66D1-AE6E-779C-61711E7CD8FB}"/>
                </a:ext>
              </a:extLst>
            </p:cNvPr>
            <p:cNvSpPr/>
            <p:nvPr/>
          </p:nvSpPr>
          <p:spPr>
            <a:xfrm>
              <a:off x="13769414" y="8929890"/>
              <a:ext cx="880539" cy="880539"/>
            </a:xfrm>
            <a:prstGeom prst="ellipse">
              <a:avLst/>
            </a:pr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353238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6111E-6 4.07407E-6 L 0.25 4.07407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8 -2.96296E-6 L -0.2322 -2.96296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250"/>
                            </p:stCondLst>
                            <p:childTnLst>
                              <p:par>
                                <p:cTn id="36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0556E-6 -9.87654E-7 L -0.25 -9.87654E-7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AsOne/>
      </p:bldGraphic>
      <p:bldGraphic spid="23" grpId="0">
        <p:bldAsOne/>
      </p:bldGraphic>
      <p:bldGraphic spid="4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8A1B6-871F-187C-0685-11A183FF6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C64716-87D9-D6F1-47A7-84D38C80B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endParaRPr lang="en-US" b="0" i="0" dirty="0">
              <a:solidFill>
                <a:schemeClr val="tx2"/>
              </a:solidFill>
              <a:effectLst/>
              <a:latin typeface="quote-cjk-patch"/>
            </a:endParaRPr>
          </a:p>
        </p:txBody>
      </p:sp>
      <p:pic>
        <p:nvPicPr>
          <p:cNvPr id="20" name="Picture 19" descr="A black silhouette of a person and a child&#10;&#10;AI-generated content may be incorrect.">
            <a:extLst>
              <a:ext uri="{FF2B5EF4-FFF2-40B4-BE49-F238E27FC236}">
                <a16:creationId xmlns:a16="http://schemas.microsoft.com/office/drawing/2014/main" id="{6698E9A9-A7AE-4608-3BF8-DEB5604CAB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" t="-2708" r="-641" b="863"/>
          <a:stretch>
            <a:fillRect/>
          </a:stretch>
        </p:blipFill>
        <p:spPr>
          <a:xfrm>
            <a:off x="923611" y="378078"/>
            <a:ext cx="1239193" cy="232702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aphicFrame>
        <p:nvGraphicFramePr>
          <p:cNvPr id="22" name="TextBox 2">
            <a:extLst>
              <a:ext uri="{FF2B5EF4-FFF2-40B4-BE49-F238E27FC236}">
                <a16:creationId xmlns:a16="http://schemas.microsoft.com/office/drawing/2014/main" id="{4F52C546-1D21-DAE6-0173-5D58978A75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5887500"/>
              </p:ext>
            </p:extLst>
          </p:nvPr>
        </p:nvGraphicFramePr>
        <p:xfrm flipH="1">
          <a:off x="629595" y="3362769"/>
          <a:ext cx="11182221" cy="6342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9A83FB-2CA4-0E9B-D4A5-775D847052F1}"/>
              </a:ext>
            </a:extLst>
          </p:cNvPr>
          <p:cNvSpPr txBox="1"/>
          <p:nvPr/>
        </p:nvSpPr>
        <p:spPr>
          <a:xfrm>
            <a:off x="3124200" y="1698112"/>
            <a:ext cx="5105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Four Core Customer Segments</a:t>
            </a:r>
            <a:r>
              <a:rPr lang="en-US" b="1" dirty="0"/>
              <a:t>: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A5AAD-A63B-FDAE-4255-8C566220908B}"/>
              </a:ext>
            </a:extLst>
          </p:cNvPr>
          <p:cNvSpPr txBox="1"/>
          <p:nvPr/>
        </p:nvSpPr>
        <p:spPr>
          <a:xfrm>
            <a:off x="13559067" y="8644026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"60% use university buses and vans—our primary target market"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F66D5-61AA-AA05-DF93-4BFCB35D2F3E}"/>
              </a:ext>
            </a:extLst>
          </p:cNvPr>
          <p:cNvSpPr txBox="1"/>
          <p:nvPr/>
        </p:nvSpPr>
        <p:spPr>
          <a:xfrm>
            <a:off x="13123806" y="2705100"/>
            <a:ext cx="42710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The radar chart shows our strategic customer mix: students provide the user base, universities bring institutional partnerships, transport companies enable service delivery, and advertisers fund operations—each playing a different but essential role in our ecosystem.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B466C41-3517-26CE-E7E1-0EB8E69ADD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41411" y="4459426"/>
            <a:ext cx="6269669" cy="4572000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D257551E-0D49-2C4F-B4B8-B1D5A36AC4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11995" y="-228143"/>
            <a:ext cx="4978256" cy="397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8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hat with a blue background&#10;&#10;AI-generated content may be incorrect.">
            <a:extLst>
              <a:ext uri="{FF2B5EF4-FFF2-40B4-BE49-F238E27FC236}">
                <a16:creationId xmlns:a16="http://schemas.microsoft.com/office/drawing/2014/main" id="{749775DB-6665-7C8C-2AF7-B0724F944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31"/>
          <a:stretch>
            <a:fillRect/>
          </a:stretch>
        </p:blipFill>
        <p:spPr>
          <a:xfrm>
            <a:off x="16222784" y="495300"/>
            <a:ext cx="1531816" cy="21336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47A7BB-4397-DF17-AFD7-2A0DB1F2DFE7}"/>
              </a:ext>
            </a:extLst>
          </p:cNvPr>
          <p:cNvSpPr txBox="1"/>
          <p:nvPr/>
        </p:nvSpPr>
        <p:spPr>
          <a:xfrm>
            <a:off x="762000" y="1005632"/>
            <a:ext cx="4038600" cy="45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chemeClr val="tx2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KEY RESOURCES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F73F57-24F0-B47F-93A1-E9CF8130F170}"/>
              </a:ext>
            </a:extLst>
          </p:cNvPr>
          <p:cNvSpPr txBox="1"/>
          <p:nvPr/>
        </p:nvSpPr>
        <p:spPr>
          <a:xfrm>
            <a:off x="3276600" y="2874575"/>
            <a:ext cx="5257800" cy="373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400" b="1" dirty="0">
                <a:solidFill>
                  <a:schemeClr val="tx2"/>
                </a:solidFill>
                <a:effectLst/>
                <a:latin typeface="DejaVu Serif" panose="02060603050605020204" pitchFamily="18" charset="0"/>
                <a:ea typeface="DejaVu Serif" panose="02060603050605020204" pitchFamily="18" charset="0"/>
              </a:rPr>
              <a:t>Physical Resources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Smart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LED / LCD Screens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Connectivity Devices (Wi-Fi / Routers)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Server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Driver Smartphones (GPS through app</a:t>
            </a:r>
            <a:r>
              <a:rPr lang="en-US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)</a:t>
            </a:r>
          </a:p>
          <a:p>
            <a:pPr marL="342900" indent="-342900"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AutoNum type="arabicPeriod"/>
            </a:pPr>
            <a:endParaRPr lang="en-US" b="1" dirty="0">
              <a:solidFill>
                <a:schemeClr val="tx2"/>
              </a:solidFill>
              <a:effectLst/>
              <a:latin typeface="quote-cjk-patch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E1256-E167-40DF-80C5-135430131258}"/>
              </a:ext>
            </a:extLst>
          </p:cNvPr>
          <p:cNvSpPr txBox="1"/>
          <p:nvPr/>
        </p:nvSpPr>
        <p:spPr>
          <a:xfrm>
            <a:off x="11430000" y="2874575"/>
            <a:ext cx="5257800" cy="300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chemeClr val="tx2"/>
                </a:solidFill>
                <a:effectLst/>
                <a:latin typeface="quote-cjk-patch"/>
              </a:rPr>
              <a:t> </a:t>
            </a:r>
            <a:r>
              <a:rPr lang="en-US" sz="2400" b="1" dirty="0">
                <a:solidFill>
                  <a:schemeClr val="tx2"/>
                </a:solidFill>
                <a:effectLst/>
                <a:latin typeface="DejaVu Serif" panose="02060603050605020204" pitchFamily="18" charset="0"/>
                <a:ea typeface="DejaVu Serif" panose="02060603050605020204" pitchFamily="18" charset="0"/>
              </a:rPr>
              <a:t>Intellectual Resources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DejaVu Serif" panose="02060603050605020204" pitchFamily="18" charset="0"/>
                <a:ea typeface="DejaVu Serif" panose="02060603050605020204" pitchFamily="18" charset="0"/>
              </a:rPr>
              <a:t>AI Prediction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DejaVu Serif" panose="02060603050605020204" pitchFamily="18" charset="0"/>
                <a:ea typeface="DejaVu Serif" panose="02060603050605020204" pitchFamily="18" charset="0"/>
              </a:rPr>
              <a:t>Software Platform (App + Dashboard)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DejaVu Serif" panose="02060603050605020204" pitchFamily="18" charset="0"/>
                <a:ea typeface="DejaVu Serif" panose="02060603050605020204" pitchFamily="18" charset="0"/>
              </a:rPr>
              <a:t>Real-Time Data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DejaVu Serif" panose="02060603050605020204" pitchFamily="18" charset="0"/>
                <a:ea typeface="DejaVu Serif" panose="02060603050605020204" pitchFamily="18" charset="0"/>
              </a:rPr>
              <a:t>Brand Identity &amp; Credibility</a:t>
            </a:r>
          </a:p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endParaRPr lang="en-US" b="1" dirty="0">
              <a:solidFill>
                <a:schemeClr val="tx2"/>
              </a:solidFill>
              <a:effectLst/>
              <a:latin typeface="quote-cjk-patch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69862A-8E08-7651-2EA4-ED033493EDB9}"/>
              </a:ext>
            </a:extLst>
          </p:cNvPr>
          <p:cNvSpPr txBox="1"/>
          <p:nvPr/>
        </p:nvSpPr>
        <p:spPr>
          <a:xfrm>
            <a:off x="3307080" y="6341867"/>
            <a:ext cx="61264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Human Resources</a:t>
            </a:r>
          </a:p>
          <a:p>
            <a:pPr>
              <a:buNone/>
            </a:pPr>
            <a:endParaRPr lang="en-US" sz="2400" dirty="0">
              <a:solidFill>
                <a:schemeClr val="tx2"/>
              </a:solidFill>
              <a:latin typeface="DejaVu Serif" panose="02060603050605020204" pitchFamily="18" charset="0"/>
              <a:ea typeface="DejaVu Serif" panose="020606030506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Developers &amp; Data Engineers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Field Technicians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Marketing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Customer Support Agents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University/Transport Coordinators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59E2AA-D948-1162-EF7E-C10135356680}"/>
              </a:ext>
            </a:extLst>
          </p:cNvPr>
          <p:cNvSpPr txBox="1"/>
          <p:nvPr/>
        </p:nvSpPr>
        <p:spPr>
          <a:xfrm>
            <a:off x="11430000" y="6404583"/>
            <a:ext cx="5715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Financial Resources</a:t>
            </a:r>
          </a:p>
          <a:p>
            <a:pPr>
              <a:buNone/>
            </a:pPr>
            <a:endParaRPr lang="en-US" sz="2400" b="1" dirty="0">
              <a:solidFill>
                <a:schemeClr val="tx2"/>
              </a:solidFill>
              <a:latin typeface="DejaVu Serif" panose="02060603050605020204" pitchFamily="18" charset="0"/>
              <a:ea typeface="DejaVu Serif" panose="020606030506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Seed Funding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Operational Budget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Maintenance &amp; Development Costs</a:t>
            </a:r>
          </a:p>
        </p:txBody>
      </p:sp>
      <p:pic>
        <p:nvPicPr>
          <p:cNvPr id="33" name="Graphic 32" descr="Monitor with solid fill">
            <a:extLst>
              <a:ext uri="{FF2B5EF4-FFF2-40B4-BE49-F238E27FC236}">
                <a16:creationId xmlns:a16="http://schemas.microsoft.com/office/drawing/2014/main" id="{FE765754-9C81-70BB-784B-36D4E5282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3804" y="2108667"/>
            <a:ext cx="1531816" cy="1531816"/>
          </a:xfrm>
          <a:prstGeom prst="rect">
            <a:avLst/>
          </a:prstGeom>
        </p:spPr>
      </p:pic>
      <p:pic>
        <p:nvPicPr>
          <p:cNvPr id="36" name="Graphic 35" descr="Head with gears outline">
            <a:extLst>
              <a:ext uri="{FF2B5EF4-FFF2-40B4-BE49-F238E27FC236}">
                <a16:creationId xmlns:a16="http://schemas.microsoft.com/office/drawing/2014/main" id="{917653E1-F76D-071C-2D55-9C3C882221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1464" y="2108667"/>
            <a:ext cx="1531816" cy="1531816"/>
          </a:xfrm>
          <a:prstGeom prst="rect">
            <a:avLst/>
          </a:prstGeom>
        </p:spPr>
      </p:pic>
      <p:pic>
        <p:nvPicPr>
          <p:cNvPr id="38" name="Graphic 37" descr="Children outline">
            <a:extLst>
              <a:ext uri="{FF2B5EF4-FFF2-40B4-BE49-F238E27FC236}">
                <a16:creationId xmlns:a16="http://schemas.microsoft.com/office/drawing/2014/main" id="{25FF13F7-8C49-A5BB-8B95-5DA57BB481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5312" y="5482563"/>
            <a:ext cx="1828800" cy="1828800"/>
          </a:xfrm>
          <a:prstGeom prst="rect">
            <a:avLst/>
          </a:prstGeom>
        </p:spPr>
      </p:pic>
      <p:pic>
        <p:nvPicPr>
          <p:cNvPr id="40" name="Graphic 39" descr="Money with solid fill">
            <a:extLst>
              <a:ext uri="{FF2B5EF4-FFF2-40B4-BE49-F238E27FC236}">
                <a16:creationId xmlns:a16="http://schemas.microsoft.com/office/drawing/2014/main" id="{C9945E7D-0A4F-12B3-6BF9-B8FEC7B720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31680" y="5874755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4232E-3890-0980-8D7C-2AC172C63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C724309-DA10-87AF-3CCE-4551BA7A80C3}"/>
              </a:ext>
            </a:extLst>
          </p:cNvPr>
          <p:cNvSpPr txBox="1"/>
          <p:nvPr/>
        </p:nvSpPr>
        <p:spPr>
          <a:xfrm>
            <a:off x="2760191" y="991880"/>
            <a:ext cx="7010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Digital &amp; Network Resources</a:t>
            </a:r>
          </a:p>
          <a:p>
            <a:pPr>
              <a:buNone/>
            </a:pPr>
            <a:endParaRPr lang="en-US" sz="2400" b="1" dirty="0">
              <a:solidFill>
                <a:schemeClr val="tx2"/>
              </a:solidFill>
              <a:latin typeface="DejaVu Serif" panose="02060603050605020204" pitchFamily="18" charset="0"/>
              <a:ea typeface="DejaVu Serif" panose="020606030506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Real-time GPS data from drivers’ smartphones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Cloud servers and hosting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Mobile and web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AI algorithms &amp; prediction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System dashboards for operators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API connections between apps and smart stations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Internet connectivity for stations</a:t>
            </a:r>
          </a:p>
        </p:txBody>
      </p:sp>
      <p:pic>
        <p:nvPicPr>
          <p:cNvPr id="20" name="Graphic 19" descr="Wireless router outline">
            <a:extLst>
              <a:ext uri="{FF2B5EF4-FFF2-40B4-BE49-F238E27FC236}">
                <a16:creationId xmlns:a16="http://schemas.microsoft.com/office/drawing/2014/main" id="{2297D9DC-B989-D982-CFCC-EBDA6F567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51" y="984260"/>
            <a:ext cx="2025640" cy="20256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1552B58-A4C4-2905-2720-7AA8470306A2}"/>
              </a:ext>
            </a:extLst>
          </p:cNvPr>
          <p:cNvSpPr txBox="1"/>
          <p:nvPr/>
        </p:nvSpPr>
        <p:spPr>
          <a:xfrm>
            <a:off x="2805911" y="5419308"/>
            <a:ext cx="62756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Partnership Resources</a:t>
            </a:r>
          </a:p>
          <a:p>
            <a:pPr>
              <a:buNone/>
            </a:pPr>
            <a:endParaRPr lang="en-US" sz="2400" b="1" dirty="0">
              <a:solidFill>
                <a:schemeClr val="tx2"/>
              </a:solidFill>
              <a:latin typeface="DejaVu Serif" panose="02060603050605020204" pitchFamily="18" charset="0"/>
              <a:ea typeface="DejaVu Serif" panose="020606030506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Universities &amp; campus administrations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Public and private transport companies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Local municipalities (for station placement approval)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Advertising partners &amp; local businesses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Tech vendors (LED screens, networking hardware)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Customer support outsourcing partners</a:t>
            </a:r>
          </a:p>
        </p:txBody>
      </p:sp>
      <p:pic>
        <p:nvPicPr>
          <p:cNvPr id="24" name="Graphic 23" descr="Handshake with solid fill">
            <a:extLst>
              <a:ext uri="{FF2B5EF4-FFF2-40B4-BE49-F238E27FC236}">
                <a16:creationId xmlns:a16="http://schemas.microsoft.com/office/drawing/2014/main" id="{3B7CD465-B1F8-3F3D-CCBB-141EA124E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741" y="5381208"/>
            <a:ext cx="1546859" cy="154685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7E88FCB-88C1-81C8-72E9-9FB51F7309F3}"/>
              </a:ext>
            </a:extLst>
          </p:cNvPr>
          <p:cNvSpPr txBox="1"/>
          <p:nvPr/>
        </p:nvSpPr>
        <p:spPr>
          <a:xfrm>
            <a:off x="10934700" y="1811282"/>
            <a:ext cx="5029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Data Resources </a:t>
            </a:r>
          </a:p>
          <a:p>
            <a:pPr>
              <a:buNone/>
            </a:pPr>
            <a:endParaRPr lang="en-US" sz="2400" b="1" dirty="0">
              <a:solidFill>
                <a:schemeClr val="tx2"/>
              </a:solidFill>
              <a:latin typeface="DejaVu Serif" panose="02060603050605020204" pitchFamily="18" charset="0"/>
              <a:ea typeface="DejaVu Serif" panose="020606030506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Real-time GPS location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Arrival time &amp; route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User activity and usage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Ad performance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System logs for AI improvement</a:t>
            </a:r>
          </a:p>
        </p:txBody>
      </p:sp>
      <p:pic>
        <p:nvPicPr>
          <p:cNvPr id="28" name="Graphic 27" descr="Bar chart with solid fill">
            <a:extLst>
              <a:ext uri="{FF2B5EF4-FFF2-40B4-BE49-F238E27FC236}">
                <a16:creationId xmlns:a16="http://schemas.microsoft.com/office/drawing/2014/main" id="{D52852EC-2DFC-EC26-1A41-07F9D3757F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1871" y="1029980"/>
            <a:ext cx="1339840" cy="1339840"/>
          </a:xfrm>
          <a:prstGeom prst="rect">
            <a:avLst/>
          </a:prstGeom>
        </p:spPr>
      </p:pic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85A0D1C8-A516-F9DF-9F5D-305C6C52D2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1645496"/>
              </p:ext>
            </p:extLst>
          </p:nvPr>
        </p:nvGraphicFramePr>
        <p:xfrm>
          <a:off x="10210800" y="6348975"/>
          <a:ext cx="6477000" cy="344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5681BAD0-FDA4-FA6B-F6D3-9E17ED37ECAC}"/>
              </a:ext>
            </a:extLst>
          </p:cNvPr>
          <p:cNvSpPr txBox="1"/>
          <p:nvPr/>
        </p:nvSpPr>
        <p:spPr>
          <a:xfrm>
            <a:off x="10831711" y="5746320"/>
            <a:ext cx="5198591" cy="408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chemeClr val="tx2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 Resource Timeline &amp; Milestones </a:t>
            </a:r>
          </a:p>
        </p:txBody>
      </p:sp>
      <p:pic>
        <p:nvPicPr>
          <p:cNvPr id="34" name="Picture 33" descr="A black hat with a blue background&#10;&#10;AI-generated content may be incorrect.">
            <a:extLst>
              <a:ext uri="{FF2B5EF4-FFF2-40B4-BE49-F238E27FC236}">
                <a16:creationId xmlns:a16="http://schemas.microsoft.com/office/drawing/2014/main" id="{F5126216-508C-09C1-1E72-A1FB8D9B2F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31"/>
          <a:stretch>
            <a:fillRect/>
          </a:stretch>
        </p:blipFill>
        <p:spPr>
          <a:xfrm>
            <a:off x="16031575" y="495300"/>
            <a:ext cx="1531816" cy="21336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982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1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B4A7-E0AC-BCC3-14F5-0DA8A4DB8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logo with gears&#10;&#10;AI-generated content may be incorrect.">
            <a:extLst>
              <a:ext uri="{FF2B5EF4-FFF2-40B4-BE49-F238E27FC236}">
                <a16:creationId xmlns:a16="http://schemas.microsoft.com/office/drawing/2014/main" id="{629D767A-DDB6-98BD-73A9-F89C91ECE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647700"/>
            <a:ext cx="1905000" cy="200488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3D8DE57-A867-D3D3-CD4B-B8EA5EE343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9349096"/>
              </p:ext>
            </p:extLst>
          </p:nvPr>
        </p:nvGraphicFramePr>
        <p:xfrm>
          <a:off x="762000" y="723900"/>
          <a:ext cx="9829800" cy="3469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ED0FD8C-892C-C686-0B6A-1BDB9D86F9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872745"/>
              </p:ext>
            </p:extLst>
          </p:nvPr>
        </p:nvGraphicFramePr>
        <p:xfrm>
          <a:off x="7239000" y="3505201"/>
          <a:ext cx="106680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9AE66200-F7AA-2050-F0BC-EC2C68A337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774141"/>
              </p:ext>
            </p:extLst>
          </p:nvPr>
        </p:nvGraphicFramePr>
        <p:xfrm>
          <a:off x="762000" y="6210300"/>
          <a:ext cx="92964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249254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FA83-D9FD-663B-D90D-960066F47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03A7868-BF08-CD9E-05C9-327A6E3E51B2}"/>
              </a:ext>
            </a:extLst>
          </p:cNvPr>
          <p:cNvSpPr/>
          <p:nvPr/>
        </p:nvSpPr>
        <p:spPr>
          <a:xfrm>
            <a:off x="-426720" y="-4019052"/>
            <a:ext cx="20650200" cy="12839700"/>
          </a:xfrm>
          <a:prstGeom prst="rect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5E5C7B-C4F9-FE01-5814-FB82B8A4F3A1}"/>
              </a:ext>
            </a:extLst>
          </p:cNvPr>
          <p:cNvSpPr/>
          <p:nvPr/>
        </p:nvSpPr>
        <p:spPr>
          <a:xfrm>
            <a:off x="-2019300" y="-3829050"/>
            <a:ext cx="22059900" cy="9010650"/>
          </a:xfrm>
          <a:prstGeom prst="ellipse">
            <a:avLst/>
          </a:prstGeom>
          <a:solidFill>
            <a:srgbClr val="F8F8F8"/>
          </a:solidFill>
          <a:ln w="762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D6DAF0-AB6D-B422-A681-0B08C8375B60}"/>
              </a:ext>
            </a:extLst>
          </p:cNvPr>
          <p:cNvSpPr/>
          <p:nvPr/>
        </p:nvSpPr>
        <p:spPr>
          <a:xfrm>
            <a:off x="9144000" y="-4419600"/>
            <a:ext cx="11216640" cy="9601200"/>
          </a:xfrm>
          <a:prstGeom prst="rect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513667-0658-B649-9785-2DEF24AEF5B5}"/>
              </a:ext>
            </a:extLst>
          </p:cNvPr>
          <p:cNvSpPr/>
          <p:nvPr/>
        </p:nvSpPr>
        <p:spPr>
          <a:xfrm>
            <a:off x="-1600200" y="5181600"/>
            <a:ext cx="22059900" cy="9010650"/>
          </a:xfrm>
          <a:prstGeom prst="ellipse">
            <a:avLst/>
          </a:prstGeom>
          <a:solidFill>
            <a:srgbClr val="F8F8F8"/>
          </a:solidFill>
          <a:ln w="762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616B94-E1C7-E42D-1CEC-48D40AF7AC41}"/>
              </a:ext>
            </a:extLst>
          </p:cNvPr>
          <p:cNvSpPr/>
          <p:nvPr/>
        </p:nvSpPr>
        <p:spPr>
          <a:xfrm>
            <a:off x="-1767840" y="5204460"/>
            <a:ext cx="10896600" cy="9601200"/>
          </a:xfrm>
          <a:prstGeom prst="rect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heart and arrows on a blue background&#10;&#10;AI-generated content may be incorrect.">
            <a:extLst>
              <a:ext uri="{FF2B5EF4-FFF2-40B4-BE49-F238E27FC236}">
                <a16:creationId xmlns:a16="http://schemas.microsoft.com/office/drawing/2014/main" id="{9EFDE214-E7CB-A4F1-CC76-508C55193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795" y="3014682"/>
            <a:ext cx="2346411" cy="42576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8100">
            <a:solidFill>
              <a:srgbClr val="6FD0F4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9E03AD-605D-270F-9D52-19EBECEFB746}"/>
              </a:ext>
            </a:extLst>
          </p:cNvPr>
          <p:cNvSpPr txBox="1"/>
          <p:nvPr/>
        </p:nvSpPr>
        <p:spPr>
          <a:xfrm>
            <a:off x="299495" y="6810167"/>
            <a:ext cx="112852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</a:rPr>
              <a:t>Channels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Preferred Channels:</a:t>
            </a:r>
            <a:r>
              <a:rPr lang="en-US" sz="2000" dirty="0">
                <a:solidFill>
                  <a:schemeClr val="tx2"/>
                </a:solidFill>
              </a:rPr>
              <a:t> Universities, mobile app, and social media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Current Channels Used:</a:t>
            </a:r>
            <a:r>
              <a:rPr lang="en-US" sz="2000" dirty="0">
                <a:solidFill>
                  <a:schemeClr val="tx2"/>
                </a:solidFill>
              </a:rPr>
              <a:t> Pilot programs with universities + targeted online marketing.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Integration of Channels:</a:t>
            </a:r>
            <a:r>
              <a:rPr lang="en-US" sz="2000" dirty="0">
                <a:solidFill>
                  <a:schemeClr val="tx2"/>
                </a:solidFill>
              </a:rPr>
              <a:t> Mobile app and smart stations are fully synchronized through the same AI + GPS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Most Effective Channels:</a:t>
            </a:r>
            <a:r>
              <a:rPr lang="en-US" sz="2000" dirty="0">
                <a:solidFill>
                  <a:schemeClr val="tx2"/>
                </a:solidFill>
              </a:rPr>
              <a:t> University partnerships and mobile app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Most Cost-Efficient Channels:</a:t>
            </a:r>
            <a:r>
              <a:rPr lang="en-US" sz="2000" dirty="0">
                <a:solidFill>
                  <a:schemeClr val="tx2"/>
                </a:solidFill>
              </a:rPr>
              <a:t> Digital and social media advertising due to low cost and precise student targeting.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Integration into Customer Routine:</a:t>
            </a:r>
            <a:r>
              <a:rPr lang="en-US" sz="2000" dirty="0">
                <a:solidFill>
                  <a:schemeClr val="tx2"/>
                </a:solidFill>
              </a:rPr>
              <a:t> Students can easily check bus arrival times or reserve seats directly from their phones before commuting.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C04293-2F17-7F2F-4DFE-59D05A79AB63}"/>
              </a:ext>
            </a:extLst>
          </p:cNvPr>
          <p:cNvSpPr txBox="1"/>
          <p:nvPr/>
        </p:nvSpPr>
        <p:spPr>
          <a:xfrm>
            <a:off x="3445395" y="876300"/>
            <a:ext cx="27789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</a:rPr>
              <a:t>Universities &amp; Colleges</a:t>
            </a:r>
          </a:p>
          <a:p>
            <a:pPr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</a:rPr>
              <a:t>Students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385E5-65D4-6410-AE1D-17FF2F68C021}"/>
              </a:ext>
            </a:extLst>
          </p:cNvPr>
          <p:cNvSpPr txBox="1"/>
          <p:nvPr/>
        </p:nvSpPr>
        <p:spPr>
          <a:xfrm>
            <a:off x="11615195" y="721995"/>
            <a:ext cx="811883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</a:rPr>
              <a:t>Transport Companies &amp; Drivers </a:t>
            </a:r>
          </a:p>
          <a:p>
            <a:pPr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tx2"/>
                </a:solidFill>
              </a:rPr>
              <a:t> </a:t>
            </a:r>
          </a:p>
          <a:p>
            <a:pPr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</a:rPr>
              <a:t>Advertisers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5F0637A-845C-DAA2-9577-82A567C895B1}"/>
              </a:ext>
            </a:extLst>
          </p:cNvPr>
          <p:cNvSpPr txBox="1">
            <a:spLocks/>
          </p:cNvSpPr>
          <p:nvPr/>
        </p:nvSpPr>
        <p:spPr>
          <a:xfrm>
            <a:off x="12171455" y="9480474"/>
            <a:ext cx="3161479" cy="2333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University Partnerships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FB66E69-6753-4770-BDCB-B3593CCF2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588636"/>
              </p:ext>
            </p:extLst>
          </p:nvPr>
        </p:nvGraphicFramePr>
        <p:xfrm>
          <a:off x="11511093" y="5984178"/>
          <a:ext cx="4523018" cy="3399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823C1CEF-B1E9-804F-AFA6-7EF4086B64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8" b="90430" l="2344" r="97461">
                        <a14:foregroundMark x1="34570" y1="25977" x2="35352" y2="16016"/>
                        <a14:foregroundMark x1="35352" y1="16016" x2="34678" y2="15440"/>
                        <a14:foregroundMark x1="30549" y1="7286" x2="35938" y2="4102"/>
                        <a14:foregroundMark x1="35938" y1="4102" x2="46484" y2="1563"/>
                        <a14:foregroundMark x1="46484" y1="1563" x2="67383" y2="5469"/>
                        <a14:foregroundMark x1="67383" y1="5469" x2="74414" y2="13672"/>
                        <a14:foregroundMark x1="74414" y1="13672" x2="72246" y2="15387"/>
                        <a14:foregroundMark x1="65697" y1="24609" x2="65625" y2="25586"/>
                        <a14:foregroundMark x1="41406" y1="2344" x2="53516" y2="1953"/>
                        <a14:foregroundMark x1="53516" y1="1953" x2="57227" y2="3320"/>
                        <a14:foregroundMark x1="9961" y1="39844" x2="2734" y2="50586"/>
                        <a14:foregroundMark x1="92188" y1="41016" x2="97461" y2="49609"/>
                        <a14:foregroundMark x1="42383" y1="90039" x2="52539" y2="88086"/>
                        <a14:foregroundMark x1="52539" y1="88086" x2="57227" y2="90430"/>
                        <a14:backgroundMark x1="26953" y1="9570" x2="33984" y2="16016"/>
                        <a14:backgroundMark x1="70313" y1="15039" x2="69922" y2="17188"/>
                        <a14:backgroundMark x1="67578" y1="18555" x2="67188" y2="22070"/>
                        <a14:backgroundMark x1="70117" y1="16016" x2="67969" y2="19141"/>
                        <a14:backgroundMark x1="66602" y1="21094" x2="66602" y2="246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8871" y="60275"/>
            <a:ext cx="1323439" cy="1323439"/>
          </a:xfrm>
          <a:prstGeom prst="rect">
            <a:avLst/>
          </a:prstGeom>
        </p:spPr>
      </p:pic>
      <p:pic>
        <p:nvPicPr>
          <p:cNvPr id="22" name="Picture 21" descr="A person wearing a graduation cap and gown&#10;&#10;AI-generated content may be incorrect.">
            <a:extLst>
              <a:ext uri="{FF2B5EF4-FFF2-40B4-BE49-F238E27FC236}">
                <a16:creationId xmlns:a16="http://schemas.microsoft.com/office/drawing/2014/main" id="{708DDE40-1A45-C7B5-F0DF-D83C67C1FD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102" b="97656" l="9961" r="89844">
                        <a14:foregroundMark x1="22070" y1="10156" x2="41992" y2="5859"/>
                        <a14:foregroundMark x1="42969" y1="4102" x2="59570" y2="4102"/>
                        <a14:foregroundMark x1="59570" y1="4102" x2="64258" y2="5273"/>
                        <a14:foregroundMark x1="87500" y1="89063" x2="80469" y2="97070"/>
                        <a14:foregroundMark x1="80469" y1="97070" x2="76953" y2="976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235" y="1485900"/>
            <a:ext cx="1485900" cy="1485900"/>
          </a:xfrm>
          <a:prstGeom prst="rect">
            <a:avLst/>
          </a:prstGeom>
        </p:spPr>
      </p:pic>
      <p:pic>
        <p:nvPicPr>
          <p:cNvPr id="24" name="Picture 23" descr="A computer with a megaphone and various icons&#10;&#10;AI-generated content may be incorrect.">
            <a:extLst>
              <a:ext uri="{FF2B5EF4-FFF2-40B4-BE49-F238E27FC236}">
                <a16:creationId xmlns:a16="http://schemas.microsoft.com/office/drawing/2014/main" id="{21BE492C-22A6-8F48-48D6-89EE95E751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125" b="94531" l="5469" r="94922">
                        <a14:foregroundMark x1="13672" y1="41406" x2="11914" y2="29688"/>
                        <a14:foregroundMark x1="23047" y1="26953" x2="23047" y2="22070"/>
                        <a14:foregroundMark x1="5664" y1="31250" x2="5664" y2="24414"/>
                        <a14:foregroundMark x1="45117" y1="22656" x2="40820" y2="9180"/>
                        <a14:foregroundMark x1="40820" y1="9180" x2="47656" y2="16211"/>
                        <a14:foregroundMark x1="33203" y1="7227" x2="43164" y2="3320"/>
                        <a14:foregroundMark x1="43164" y1="3320" x2="50195" y2="5859"/>
                        <a14:foregroundMark x1="72070" y1="28125" x2="71875" y2="13867"/>
                        <a14:foregroundMark x1="71875" y1="13867" x2="75195" y2="5078"/>
                        <a14:foregroundMark x1="94922" y1="18750" x2="93164" y2="8203"/>
                        <a14:foregroundMark x1="93164" y1="8203" x2="93164" y2="8203"/>
                        <a14:foregroundMark x1="94531" y1="26367" x2="94531" y2="17188"/>
                        <a14:foregroundMark x1="94531" y1="62109" x2="95117" y2="53711"/>
                        <a14:foregroundMark x1="56836" y1="90625" x2="34961" y2="94531"/>
                        <a14:foregroundMark x1="51367" y1="20117" x2="33008" y2="15039"/>
                        <a14:foregroundMark x1="50586" y1="25977" x2="38086" y2="22461"/>
                        <a14:foregroundMark x1="38086" y1="22461" x2="38086" y2="224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9907" y="1691491"/>
            <a:ext cx="1316882" cy="1316882"/>
          </a:xfrm>
          <a:prstGeom prst="rect">
            <a:avLst/>
          </a:prstGeom>
        </p:spPr>
      </p:pic>
      <p:pic>
        <p:nvPicPr>
          <p:cNvPr id="26" name="Picture 25" descr="A bus and pin pointers&#10;&#10;AI-generated content may be incorrect.">
            <a:extLst>
              <a:ext uri="{FF2B5EF4-FFF2-40B4-BE49-F238E27FC236}">
                <a16:creationId xmlns:a16="http://schemas.microsoft.com/office/drawing/2014/main" id="{3859A145-6A46-8EB9-0A2E-BC4DD1477F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4297" b="98242" l="3516" r="96094">
                        <a14:foregroundMark x1="15430" y1="30078" x2="3516" y2="20508"/>
                        <a14:foregroundMark x1="3516" y1="20508" x2="11133" y2="6445"/>
                        <a14:foregroundMark x1="11133" y1="6445" x2="25000" y2="9961"/>
                        <a14:foregroundMark x1="25000" y1="9961" x2="25781" y2="10938"/>
                        <a14:foregroundMark x1="21094" y1="2539" x2="10547" y2="1367"/>
                        <a14:foregroundMark x1="10547" y1="1367" x2="3516" y2="12109"/>
                        <a14:foregroundMark x1="3516" y1="12109" x2="6250" y2="21875"/>
                        <a14:foregroundMark x1="11719" y1="2148" x2="25391" y2="4492"/>
                        <a14:foregroundMark x1="25391" y1="4492" x2="30664" y2="14258"/>
                        <a14:foregroundMark x1="30664" y1="14258" x2="30469" y2="18359"/>
                        <a14:foregroundMark x1="31445" y1="17188" x2="45117" y2="15234"/>
                        <a14:foregroundMark x1="39258" y1="17773" x2="55469" y2="18359"/>
                        <a14:foregroundMark x1="55469" y1="18359" x2="66797" y2="16211"/>
                        <a14:foregroundMark x1="66797" y1="16211" x2="83398" y2="16211"/>
                        <a14:foregroundMark x1="83398" y1="16211" x2="94336" y2="24609"/>
                        <a14:foregroundMark x1="94336" y1="24609" x2="97852" y2="35156"/>
                        <a14:foregroundMark x1="97852" y1="35156" x2="91016" y2="43164"/>
                        <a14:foregroundMark x1="91016" y1="43164" x2="78711" y2="48438"/>
                        <a14:foregroundMark x1="78711" y1="48438" x2="72070" y2="48438"/>
                        <a14:foregroundMark x1="91406" y1="21484" x2="96484" y2="38086"/>
                        <a14:foregroundMark x1="96484" y1="38086" x2="95117" y2="43359"/>
                        <a14:foregroundMark x1="32422" y1="48242" x2="19336" y2="47852"/>
                        <a14:foregroundMark x1="19336" y1="47852" x2="7422" y2="55664"/>
                        <a14:foregroundMark x1="7422" y1="55664" x2="4297" y2="68945"/>
                        <a14:foregroundMark x1="4297" y1="68945" x2="12500" y2="76563"/>
                        <a14:foregroundMark x1="12500" y1="76563" x2="14258" y2="76953"/>
                        <a14:foregroundMark x1="14258" y1="78125" x2="61328" y2="82422"/>
                        <a14:foregroundMark x1="61328" y1="82422" x2="70703" y2="80078"/>
                        <a14:foregroundMark x1="71289" y1="79688" x2="83203" y2="67383"/>
                        <a14:foregroundMark x1="83203" y1="67383" x2="92578" y2="72461"/>
                        <a14:foregroundMark x1="92578" y1="72461" x2="93555" y2="83789"/>
                        <a14:foregroundMark x1="93555" y1="83789" x2="85156" y2="89063"/>
                        <a14:foregroundMark x1="85156" y1="89063" x2="73047" y2="78906"/>
                        <a14:foregroundMark x1="73047" y1="78906" x2="72461" y2="76953"/>
                        <a14:foregroundMark x1="84570" y1="94336" x2="90625" y2="93359"/>
                        <a14:foregroundMark x1="81055" y1="94727" x2="89258" y2="94336"/>
                        <a14:foregroundMark x1="82031" y1="98242" x2="89258" y2="95313"/>
                        <a14:backgroundMark x1="15625" y1="11914" x2="15039" y2="16992"/>
                        <a14:backgroundMark x1="15625" y1="21875" x2="15820" y2="22461"/>
                        <a14:backgroundMark x1="15820" y1="22461" x2="15820" y2="22461"/>
                        <a14:backgroundMark x1="15820" y1="16211" x2="15625" y2="19336"/>
                        <a14:backgroundMark x1="15625" y1="10938" x2="15820" y2="220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086" y="60275"/>
            <a:ext cx="1645314" cy="164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2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975281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95600" y="860637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F5BCA54-83EC-AF69-E35D-7D8F4A1B51E4}"/>
              </a:ext>
            </a:extLst>
          </p:cNvPr>
          <p:cNvSpPr txBox="1"/>
          <p:nvPr/>
        </p:nvSpPr>
        <p:spPr>
          <a:xfrm>
            <a:off x="411114" y="495300"/>
            <a:ext cx="27130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Cost structure: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56872131-76B3-A1EC-FB5B-30C2AB2B28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2765236"/>
              </p:ext>
            </p:extLst>
          </p:nvPr>
        </p:nvGraphicFramePr>
        <p:xfrm>
          <a:off x="4737280" y="2159000"/>
          <a:ext cx="12192000" cy="81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FE6EA2-E4B2-6B5F-9735-C2C39CB6BCA5}"/>
              </a:ext>
            </a:extLst>
          </p:cNvPr>
          <p:cNvSpPr txBox="1"/>
          <p:nvPr/>
        </p:nvSpPr>
        <p:spPr>
          <a:xfrm>
            <a:off x="4737280" y="5143500"/>
            <a:ext cx="1143262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Costs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(K)</a:t>
            </a:r>
            <a:endParaRPr lang="en-US" sz="12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E57D5F-2447-5F96-B1D4-3C2AF40B3A70}"/>
              </a:ext>
            </a:extLst>
          </p:cNvPr>
          <p:cNvSpPr txBox="1"/>
          <p:nvPr/>
        </p:nvSpPr>
        <p:spPr>
          <a:xfrm>
            <a:off x="12278559" y="580994"/>
            <a:ext cx="55983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Franklin Gothic Medium" panose="020B0603020102020204" pitchFamily="34" charset="0"/>
              </a:rPr>
              <a:t>High fixed costs ensure stable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Franklin Gothic Medium" panose="020B0603020102020204" pitchFamily="34" charset="0"/>
              </a:rPr>
              <a:t>Variable costs increase with usage and growth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Franklin Gothic Medium" panose="020B0603020102020204" pitchFamily="34" charset="0"/>
              </a:rPr>
              <a:t>Cost structure supports sustainable expansion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43C210-742B-2767-3EE1-FB498A2BFED6}"/>
              </a:ext>
            </a:extLst>
          </p:cNvPr>
          <p:cNvSpPr txBox="1"/>
          <p:nvPr/>
        </p:nvSpPr>
        <p:spPr>
          <a:xfrm>
            <a:off x="5105400" y="446668"/>
            <a:ext cx="58975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Medium" panose="020B0603020102020204" pitchFamily="34" charset="0"/>
              </a:rPr>
              <a:t>Total Monthly Cost =</a:t>
            </a:r>
          </a:p>
          <a:p>
            <a:pPr algn="ctr"/>
            <a:r>
              <a:rPr lang="en-US" sz="2800" dirty="0">
                <a:latin typeface="Franklin Gothic Medium" panose="020B0603020102020204" pitchFamily="34" charset="0"/>
              </a:rPr>
              <a:t> Fixed Cost +Variable Cost =22,410$</a:t>
            </a:r>
          </a:p>
        </p:txBody>
      </p:sp>
      <p:pic>
        <p:nvPicPr>
          <p:cNvPr id="21" name="Picture 20" descr="A black and white image of a price tag&#10;&#10;AI-generated content may be incorrect.">
            <a:extLst>
              <a:ext uri="{FF2B5EF4-FFF2-40B4-BE49-F238E27FC236}">
                <a16:creationId xmlns:a16="http://schemas.microsoft.com/office/drawing/2014/main" id="{9175055F-0945-9EE9-AB18-596BC10E7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1" t="385" r="41216" b="-385"/>
          <a:stretch>
            <a:fillRect/>
          </a:stretch>
        </p:blipFill>
        <p:spPr>
          <a:xfrm>
            <a:off x="3792767" y="-53647"/>
            <a:ext cx="1828801" cy="189239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38C93-E33C-6968-FC1E-1BD93145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19F199-054B-EA23-8024-10F6EDA8B7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85B8A0D-3F32-D68D-98D5-478653CD44C2}"/>
              </a:ext>
            </a:extLst>
          </p:cNvPr>
          <p:cNvGrpSpPr/>
          <p:nvPr/>
        </p:nvGrpSpPr>
        <p:grpSpPr>
          <a:xfrm>
            <a:off x="14343199" y="0"/>
            <a:ext cx="3975281" cy="10287000"/>
            <a:chOff x="0" y="0"/>
            <a:chExt cx="1789026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1EA3E71-6C7E-0CA6-4344-19DD839A7B32}"/>
                </a:ext>
              </a:extLst>
            </p:cNvPr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79B6154-8C49-CBA4-6612-8E047B48DA88}"/>
                </a:ext>
              </a:extLst>
            </p:cNvPr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C099090-EACF-4A01-9121-1E97A08F0202}"/>
              </a:ext>
            </a:extLst>
          </p:cNvPr>
          <p:cNvGrpSpPr/>
          <p:nvPr/>
        </p:nvGrpSpPr>
        <p:grpSpPr>
          <a:xfrm>
            <a:off x="14548755" y="8572500"/>
            <a:ext cx="897167" cy="2183545"/>
            <a:chOff x="0" y="0"/>
            <a:chExt cx="236291" cy="57509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297E6E0-014E-56BD-E79D-4E8D5E8B4BFC}"/>
                </a:ext>
              </a:extLst>
            </p:cNvPr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EBE5344-B11A-0613-AE67-2A884E7AA0DF}"/>
                </a:ext>
              </a:extLst>
            </p:cNvPr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68510B6-3943-24A9-D2F1-3D827109C8D0}"/>
              </a:ext>
            </a:extLst>
          </p:cNvPr>
          <p:cNvSpPr txBox="1"/>
          <p:nvPr/>
        </p:nvSpPr>
        <p:spPr>
          <a:xfrm>
            <a:off x="14904720" y="419100"/>
            <a:ext cx="30022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Profit Structure: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4BA083-4D22-5760-6C91-847914225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3763"/>
          <a:stretch>
            <a:fillRect/>
          </a:stretch>
        </p:blipFill>
        <p:spPr>
          <a:xfrm>
            <a:off x="1684811" y="784377"/>
            <a:ext cx="9440389" cy="88622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3DA4BA-13A5-F0CF-1B1E-41B518B358A2}"/>
              </a:ext>
            </a:extLst>
          </p:cNvPr>
          <p:cNvSpPr txBox="1"/>
          <p:nvPr/>
        </p:nvSpPr>
        <p:spPr>
          <a:xfrm>
            <a:off x="2155414" y="304941"/>
            <a:ext cx="10004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0253F"/>
                </a:solidFill>
                <a:latin typeface="Franklin Gothic Medium" panose="020B0603020102020204" pitchFamily="34" charset="0"/>
              </a:rPr>
              <a:t>Monthly Revenue Structure - Smart Transport Hub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2E6CF1-313A-3F1C-5657-F94D89D7AA2D}"/>
              </a:ext>
            </a:extLst>
          </p:cNvPr>
          <p:cNvSpPr txBox="1"/>
          <p:nvPr/>
        </p:nvSpPr>
        <p:spPr>
          <a:xfrm>
            <a:off x="424502" y="2476500"/>
            <a:ext cx="4261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0253F"/>
                </a:solidFill>
                <a:latin typeface="Franklin Gothic Medium" panose="020B0603020102020204" pitchFamily="34" charset="0"/>
              </a:rPr>
              <a:t>Smart Station Contracts $15K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8CC18-A760-4AF0-EDF0-AD7C8FB8616C}"/>
              </a:ext>
            </a:extLst>
          </p:cNvPr>
          <p:cNvSpPr txBox="1"/>
          <p:nvPr/>
        </p:nvSpPr>
        <p:spPr>
          <a:xfrm>
            <a:off x="6703481" y="9023640"/>
            <a:ext cx="5175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253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Driver/Company Subscriptions $1,2K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0978E7-A4BC-A673-5679-292435F15B9C}"/>
              </a:ext>
            </a:extLst>
          </p:cNvPr>
          <p:cNvSpPr txBox="1"/>
          <p:nvPr/>
        </p:nvSpPr>
        <p:spPr>
          <a:xfrm>
            <a:off x="8264573" y="8191500"/>
            <a:ext cx="4120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10253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Premium App Features $1,6K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9DB270-6C8F-1B8D-A09D-8BA61838EB9C}"/>
              </a:ext>
            </a:extLst>
          </p:cNvPr>
          <p:cNvSpPr txBox="1"/>
          <p:nvPr/>
        </p:nvSpPr>
        <p:spPr>
          <a:xfrm>
            <a:off x="2470234" y="8526322"/>
            <a:ext cx="3301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253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Digital Advertising $3K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863C40-F41C-E7F5-965E-C1AF5ACB8BB8}"/>
              </a:ext>
            </a:extLst>
          </p:cNvPr>
          <p:cNvSpPr txBox="1"/>
          <p:nvPr/>
        </p:nvSpPr>
        <p:spPr>
          <a:xfrm>
            <a:off x="9434238" y="6819900"/>
            <a:ext cx="4204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253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Data Insights &amp; Analytics $2K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FD422-946E-6842-5402-E0BF10A10F2B}"/>
              </a:ext>
            </a:extLst>
          </p:cNvPr>
          <p:cNvSpPr txBox="1"/>
          <p:nvPr/>
        </p:nvSpPr>
        <p:spPr>
          <a:xfrm>
            <a:off x="9892474" y="5735214"/>
            <a:ext cx="3746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253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Maintenance &amp; Service Fees $1,5K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500D9B-EB43-A267-58F9-746F692F3F95}"/>
              </a:ext>
            </a:extLst>
          </p:cNvPr>
          <p:cNvSpPr txBox="1"/>
          <p:nvPr/>
        </p:nvSpPr>
        <p:spPr>
          <a:xfrm>
            <a:off x="201649" y="9360707"/>
            <a:ext cx="55229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10253F"/>
                </a:solidFill>
                <a:latin typeface="Franklin Gothic Medium" panose="020B0603020102020204" pitchFamily="34" charset="0"/>
              </a:rPr>
              <a:t>With total revenue =$24,300 / month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10253F"/>
                </a:solidFill>
                <a:latin typeface="Franklin Gothic Medium" panose="020B0603020102020204" pitchFamily="34" charset="0"/>
              </a:rPr>
              <a:t>Monthly Profit: $1,890</a:t>
            </a:r>
          </a:p>
        </p:txBody>
      </p:sp>
      <p:pic>
        <p:nvPicPr>
          <p:cNvPr id="22" name="Picture 21" descr="A money bag with a dollar sign&#10;&#10;AI-generated content may be incorrect.">
            <a:extLst>
              <a:ext uri="{FF2B5EF4-FFF2-40B4-BE49-F238E27FC236}">
                <a16:creationId xmlns:a16="http://schemas.microsoft.com/office/drawing/2014/main" id="{46A8C3B9-7E8C-37CE-A5A2-3244579B8A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36" y="-38100"/>
            <a:ext cx="2482978" cy="180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98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D1F5F-0AB5-0807-C3CA-B2B403F9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F38695-BDE9-9A6E-ADEC-BADDA2D55A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FF98496-B72D-5C55-6564-AFF941973438}"/>
              </a:ext>
            </a:extLst>
          </p:cNvPr>
          <p:cNvGrpSpPr/>
          <p:nvPr/>
        </p:nvGrpSpPr>
        <p:grpSpPr>
          <a:xfrm rot="5400000">
            <a:off x="8161020" y="-8183880"/>
            <a:ext cx="1965958" cy="18288003"/>
            <a:chOff x="0" y="0"/>
            <a:chExt cx="1789026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6672A71-6301-9326-8CD9-CAAC9C2CAAF4}"/>
                </a:ext>
              </a:extLst>
            </p:cNvPr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3D56236-3154-450D-C004-B58566F34A2E}"/>
                </a:ext>
              </a:extLst>
            </p:cNvPr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46FF0E7-7016-C555-E702-7B7478121697}"/>
              </a:ext>
            </a:extLst>
          </p:cNvPr>
          <p:cNvGrpSpPr/>
          <p:nvPr/>
        </p:nvGrpSpPr>
        <p:grpSpPr>
          <a:xfrm>
            <a:off x="17248479" y="-1261524"/>
            <a:ext cx="897167" cy="2183545"/>
            <a:chOff x="0" y="0"/>
            <a:chExt cx="236291" cy="57509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03FDE64-97DA-17BC-303D-1DE7863A1188}"/>
                </a:ext>
              </a:extLst>
            </p:cNvPr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422EE44-CE81-CFCC-C7BC-3C9A8675A5FC}"/>
                </a:ext>
              </a:extLst>
            </p:cNvPr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B5D1251-C985-9BEC-B65A-991085AE3C19}"/>
              </a:ext>
            </a:extLst>
          </p:cNvPr>
          <p:cNvSpPr txBox="1"/>
          <p:nvPr/>
        </p:nvSpPr>
        <p:spPr>
          <a:xfrm>
            <a:off x="6579068" y="568078"/>
            <a:ext cx="5129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Financial Analysis:</a:t>
            </a:r>
          </a:p>
        </p:txBody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277CC2E8-3ADE-9799-FB94-0B55A16A54B7}"/>
              </a:ext>
            </a:extLst>
          </p:cNvPr>
          <p:cNvGrpSpPr/>
          <p:nvPr/>
        </p:nvGrpSpPr>
        <p:grpSpPr>
          <a:xfrm rot="5400000">
            <a:off x="-652211" y="292987"/>
            <a:ext cx="897167" cy="2183545"/>
            <a:chOff x="0" y="0"/>
            <a:chExt cx="236291" cy="57509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95C1374-65EE-9249-0585-A9C1052A81C3}"/>
                </a:ext>
              </a:extLst>
            </p:cNvPr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52A1AEAF-1390-33AD-BE38-F9F00ADB382E}"/>
                </a:ext>
              </a:extLst>
            </p:cNvPr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FE136DE-A341-2B5E-A9C0-22B60C745E6A}"/>
              </a:ext>
            </a:extLst>
          </p:cNvPr>
          <p:cNvSpPr txBox="1"/>
          <p:nvPr/>
        </p:nvSpPr>
        <p:spPr>
          <a:xfrm>
            <a:off x="0" y="1943100"/>
            <a:ext cx="6400800" cy="659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fr-FR" sz="28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Net </a:t>
            </a:r>
            <a:r>
              <a:rPr lang="fr-FR" sz="28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</a:t>
            </a:r>
            <a:r>
              <a:rPr lang="fr-FR" sz="28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value (NPV)  over 5 </a:t>
            </a:r>
            <a:r>
              <a:rPr lang="fr-FR" sz="28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years</a:t>
            </a:r>
            <a:r>
              <a:rPr lang="fr-FR" sz="2400" b="1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:</a:t>
            </a:r>
            <a:endParaRPr lang="en-US" sz="2000" dirty="0">
              <a:solidFill>
                <a:srgbClr val="10253F"/>
              </a:solidFill>
              <a:effectLst/>
              <a:latin typeface="Franklin Gothic Medium" panose="020B0603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4CE90DE-8A51-B72C-56B8-F0BC424566B7}"/>
              </a:ext>
            </a:extLst>
          </p:cNvPr>
          <p:cNvGrpSpPr/>
          <p:nvPr/>
        </p:nvGrpSpPr>
        <p:grpSpPr>
          <a:xfrm>
            <a:off x="609600" y="2628900"/>
            <a:ext cx="5257800" cy="4438233"/>
            <a:chOff x="609600" y="3198037"/>
            <a:chExt cx="5257800" cy="443823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A1778E3-B292-5A8B-6157-4830045B9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756"/>
            <a:stretch>
              <a:fillRect/>
            </a:stretch>
          </p:blipFill>
          <p:spPr>
            <a:xfrm>
              <a:off x="609600" y="3198037"/>
              <a:ext cx="5257800" cy="443823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9B8299-BA6D-AEC4-C984-90F9D491A3C1}"/>
                </a:ext>
              </a:extLst>
            </p:cNvPr>
            <p:cNvSpPr/>
            <p:nvPr/>
          </p:nvSpPr>
          <p:spPr>
            <a:xfrm>
              <a:off x="3124200" y="7199852"/>
              <a:ext cx="1752600" cy="36021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26,026.88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F6FEC8A-25FD-59A7-C24E-9AC6B887E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014" y="2628900"/>
            <a:ext cx="4581916" cy="443823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A06B736-0DF5-34C2-B66B-02AFA3AF23A9}"/>
              </a:ext>
            </a:extLst>
          </p:cNvPr>
          <p:cNvSpPr txBox="1"/>
          <p:nvPr/>
        </p:nvSpPr>
        <p:spPr>
          <a:xfrm>
            <a:off x="6781800" y="2006140"/>
            <a:ext cx="5330883" cy="546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fr-FR" sz="28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fr-FR" sz="28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rate of return </a:t>
            </a:r>
            <a:r>
              <a:rPr lang="fr-FR" sz="28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calculation</a:t>
            </a:r>
            <a:r>
              <a:rPr lang="fr-FR" sz="28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dirty="0">
              <a:solidFill>
                <a:srgbClr val="10253F"/>
              </a:solidFill>
              <a:effectLst/>
              <a:latin typeface="Franklin Gothic Medium" panose="020B0603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BB1AFF-8984-B7E9-6DC7-0C5FE0434768}"/>
              </a:ext>
            </a:extLst>
          </p:cNvPr>
          <p:cNvSpPr txBox="1"/>
          <p:nvPr/>
        </p:nvSpPr>
        <p:spPr>
          <a:xfrm>
            <a:off x="494933" y="7048500"/>
            <a:ext cx="6096734" cy="546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fr-FR" sz="28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Recovery</a:t>
            </a:r>
            <a:r>
              <a:rPr lang="fr-FR" sz="28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time of the </a:t>
            </a:r>
            <a:r>
              <a:rPr lang="fr-FR" sz="28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amount</a:t>
            </a:r>
            <a:r>
              <a:rPr lang="fr-FR" sz="28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8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invested</a:t>
            </a:r>
            <a:r>
              <a:rPr lang="fr-FR" sz="28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dirty="0">
              <a:solidFill>
                <a:srgbClr val="10253F"/>
              </a:solidFill>
              <a:effectLst/>
              <a:latin typeface="Franklin Gothic Medium" panose="020B0603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396232-45A4-08CF-072A-AABB661BC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815" y="7652626"/>
            <a:ext cx="10709385" cy="221527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E098E2A-1371-1CE9-BDC1-05CF36B6AFD1}"/>
              </a:ext>
            </a:extLst>
          </p:cNvPr>
          <p:cNvSpPr txBox="1"/>
          <p:nvPr/>
        </p:nvSpPr>
        <p:spPr>
          <a:xfrm>
            <a:off x="12796610" y="2991978"/>
            <a:ext cx="4389856" cy="7412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fr-FR" sz="4000" b="1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Profitability</a:t>
            </a:r>
            <a:r>
              <a:rPr lang="fr-FR" sz="4000" b="1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Index  :</a:t>
            </a:r>
            <a:endParaRPr lang="en-US" sz="3200" dirty="0">
              <a:solidFill>
                <a:srgbClr val="10253F"/>
              </a:solidFill>
              <a:effectLst/>
              <a:latin typeface="Franklin Gothic Medium" panose="020B0603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00ECA2-8A63-AF4B-D0D1-C84E943F9DA9}"/>
              </a:ext>
            </a:extLst>
          </p:cNvPr>
          <p:cNvSpPr txBox="1"/>
          <p:nvPr/>
        </p:nvSpPr>
        <p:spPr>
          <a:xfrm>
            <a:off x="12395667" y="4197251"/>
            <a:ext cx="5536265" cy="471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Aft>
                <a:spcPts val="1000"/>
              </a:spcAft>
              <a:buNone/>
            </a:pP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Profitability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Index </a:t>
            </a:r>
            <a:r>
              <a:rPr lang="fr-FR" sz="2400" b="1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(Net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value +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invested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amount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/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invested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amount</a:t>
            </a:r>
            <a:endParaRPr lang="en-US" sz="2000" dirty="0">
              <a:solidFill>
                <a:srgbClr val="10253F"/>
              </a:solidFill>
              <a:effectLst/>
              <a:latin typeface="Franklin Gothic Medium" panose="020B0603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371600" marR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(26,203+50,000)/50,000 = 1.52 &gt; 1 =&gt; the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project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profitable</a:t>
            </a:r>
            <a:endParaRPr lang="en-US" sz="2000" dirty="0">
              <a:solidFill>
                <a:srgbClr val="10253F"/>
              </a:solidFill>
              <a:effectLst/>
              <a:latin typeface="Franklin Gothic Medium" panose="020B0603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50000"/>
              </a:lnSpc>
              <a:spcAft>
                <a:spcPts val="1000"/>
              </a:spcAft>
              <a:buNone/>
            </a:pP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company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can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expect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 cash $ 0.52 for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every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dollar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invested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That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the net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value </a:t>
            </a:r>
            <a:r>
              <a:rPr lang="fr-FR" sz="2400" dirty="0" err="1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</a:t>
            </a:r>
            <a:r>
              <a:rPr lang="fr-FR" sz="2400" dirty="0">
                <a:solidFill>
                  <a:srgbClr val="10253F"/>
                </a:solidFill>
                <a:effectLst/>
                <a:latin typeface="Franklin Gothic Medium" panose="020B0603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$ 0.52.</a:t>
            </a:r>
            <a:endParaRPr lang="en-US" sz="2000" dirty="0">
              <a:solidFill>
                <a:srgbClr val="10253F"/>
              </a:solidFill>
              <a:effectLst/>
              <a:latin typeface="Franklin Gothic Medium" panose="020B0603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294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E216D-46E0-45B5-A4A5-CD004927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1B0C83-A613-8A46-70C6-8763131B843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2C58B98-EEDC-E6CD-46AB-2F35F3F8F207}"/>
              </a:ext>
            </a:extLst>
          </p:cNvPr>
          <p:cNvGrpSpPr/>
          <p:nvPr/>
        </p:nvGrpSpPr>
        <p:grpSpPr>
          <a:xfrm>
            <a:off x="0" y="0"/>
            <a:ext cx="3975281" cy="10287000"/>
            <a:chOff x="0" y="0"/>
            <a:chExt cx="1789026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5FB12AE-F2AB-E8D6-F967-6EFCC4D0E262}"/>
                </a:ext>
              </a:extLst>
            </p:cNvPr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1E7FB4-78D9-251F-A7FA-8814EC06E201}"/>
                </a:ext>
              </a:extLst>
            </p:cNvPr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2CF7987-1C99-68AD-79B2-0BAF6C05E601}"/>
              </a:ext>
            </a:extLst>
          </p:cNvPr>
          <p:cNvGrpSpPr/>
          <p:nvPr/>
        </p:nvGrpSpPr>
        <p:grpSpPr>
          <a:xfrm>
            <a:off x="2895600" y="8606375"/>
            <a:ext cx="897167" cy="2183545"/>
            <a:chOff x="0" y="0"/>
            <a:chExt cx="236291" cy="57509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DC09B33-F997-B967-BF03-FC27A4F3822A}"/>
                </a:ext>
              </a:extLst>
            </p:cNvPr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B2D0026-B583-6468-817A-FAA57A657F1C}"/>
                </a:ext>
              </a:extLst>
            </p:cNvPr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2F2BECD-5F71-9C57-A66D-FE8BA4EE4E36}"/>
              </a:ext>
            </a:extLst>
          </p:cNvPr>
          <p:cNvSpPr txBox="1"/>
          <p:nvPr/>
        </p:nvSpPr>
        <p:spPr>
          <a:xfrm>
            <a:off x="457199" y="495300"/>
            <a:ext cx="33355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Evaluation </a:t>
            </a:r>
            <a:r>
              <a:rPr lang="fr-FR" sz="4000" b="1" dirty="0" err="1">
                <a:solidFill>
                  <a:schemeClr val="bg1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tools</a:t>
            </a:r>
            <a:r>
              <a:rPr lang="fr-FR" sz="4000" b="1" dirty="0">
                <a:solidFill>
                  <a:schemeClr val="bg1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:</a:t>
            </a:r>
            <a:endParaRPr lang="en-US" sz="4000" b="1" dirty="0">
              <a:solidFill>
                <a:schemeClr val="bg1"/>
              </a:solidFill>
              <a:latin typeface="DejaVu Serif" panose="02060603050605020204" pitchFamily="18" charset="0"/>
              <a:ea typeface="DejaVu Serif" panose="020606030506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E0BA07-85F3-8305-A510-BE96FD2052E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3588"/>
          <a:stretch>
            <a:fillRect/>
          </a:stretch>
        </p:blipFill>
        <p:spPr>
          <a:xfrm>
            <a:off x="5715000" y="495300"/>
            <a:ext cx="10210800" cy="934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50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8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-698500" y="4344122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41400" y="4344122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33297" y="3771900"/>
            <a:ext cx="8421405" cy="245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  <a:p>
            <a:pPr algn="ctr">
              <a:lnSpc>
                <a:spcPts val="10334"/>
              </a:lnSpc>
            </a:pPr>
            <a:r>
              <a:rPr lang="en-US" sz="2800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With kind regards from our team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47826" y="6846823"/>
            <a:ext cx="3592349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8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VISIT US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1347</Words>
  <Application>Microsoft Office PowerPoint</Application>
  <PresentationFormat>Custom</PresentationFormat>
  <Paragraphs>253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2" baseType="lpstr">
      <vt:lpstr>PMingLiU-ExtB</vt:lpstr>
      <vt:lpstr>League Spartan</vt:lpstr>
      <vt:lpstr>Franklin Gothic Medium</vt:lpstr>
      <vt:lpstr>Mongolian Baiti</vt:lpstr>
      <vt:lpstr>Archivo Black</vt:lpstr>
      <vt:lpstr>DejaVu Serif</vt:lpstr>
      <vt:lpstr>quote-cjk-patch</vt:lpstr>
      <vt:lpstr>Arial</vt:lpstr>
      <vt:lpstr>Roboto</vt:lpstr>
      <vt:lpstr>Roca Two Bold</vt:lpstr>
      <vt:lpstr>Calibri</vt:lpstr>
      <vt:lpstr>Poppins Bold</vt:lpstr>
      <vt:lpstr>Wingdings</vt:lpstr>
      <vt:lpstr>Roca Two</vt:lpstr>
      <vt:lpstr>Aptos</vt:lpstr>
      <vt:lpstr>Poppins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cp:lastModifiedBy>Fatima Somaka</cp:lastModifiedBy>
  <cp:revision>6</cp:revision>
  <dcterms:created xsi:type="dcterms:W3CDTF">2006-08-16T00:00:00Z</dcterms:created>
  <dcterms:modified xsi:type="dcterms:W3CDTF">2025-12-07T22:32:31Z</dcterms:modified>
  <dc:identifier>DAG6wFc90Ig</dc:identifier>
</cp:coreProperties>
</file>